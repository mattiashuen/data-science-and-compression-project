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>
        <p:scale>
          <a:sx n="200" d="100"/>
          <a:sy n="200" d="100"/>
        </p:scale>
        <p:origin x="144" y="-27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72DFB5-F93E-78F6-DEC7-15037259F2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1D64A163-3397-F62E-8069-446BB21E0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CCDE94A-3030-B088-35D0-F24D5F7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A5E906B-9A7A-47AF-0821-E00F0465C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DAA183B-DE82-E8A0-FFB9-92823BD8D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02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6C098B-5D90-28B9-4C3B-A799BECDC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81D1D4C-2B20-B900-7137-4DE1A9D61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1D58B31-A1E1-0F0F-CBF6-B20B2B744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E8363AB-52A7-05C2-F077-7C0EB0D4C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B38D88BF-C82F-DB0F-C903-EFF47010E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06943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AD2E0-5604-6673-BABB-5C1787DB3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5B0EF98-75B4-19DE-A707-4371165F55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66F7D3B-EFB4-75A3-C124-A1E6B8D6E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148AB0F-FCD2-FDCE-1B31-848733906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B839DD27-E64F-A432-BF02-025A1B60F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20231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55027E-05D1-B4B9-0595-789D0D327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B09E8ED-77CC-6579-5E68-61BFBA8D96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DC162250-D242-841B-266D-6BE655EF6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43F5EF91-6B57-0787-3CF2-573472325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320980DC-8584-1DCA-CA1F-4843A6025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6784EF6-295C-8E8E-18BD-B92B4B9C6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6147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04FE8E-6DEE-A0F1-9BD6-BFB647E35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2EEC380-DF75-978A-06E3-ED005EBC9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C4CC876A-6BF0-93CA-C68C-67B7C5E315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C14C67B5-C1DE-D327-6084-53953B879F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201C6EF9-A708-AA7F-F91A-CC4714F9D7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DB484936-5C26-C973-92C7-6B5DEF35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0DC28561-693D-450F-ADA4-EA5F2B341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8B58602-05EB-39B5-F4B3-EC30F5BF5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38087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B995F4-E0D9-A61B-92E6-E4DB0E35F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3C7E236-ABD2-63EE-0052-6A5BE19CE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F786C3BC-48A6-A86A-B747-AD27DB12F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7DA0C731-2FC1-63D7-FA31-39EF817B2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22308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17C10C04-DD01-4B83-7EAD-985BD7397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E1AF41BC-1036-EB7E-431A-EFFA54E72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492B1CE-2EC9-6E5F-0AD5-ECC33D96C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8803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16C4B3-B449-9965-4B8B-AA00FC63D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509361C-959A-7A04-2D21-86AA74A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DFB0891B-5818-70DF-309A-CF5B2702E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DB56A71-FA38-802C-80BE-A4094FAA0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F9B347FC-4BD9-5AB3-9C20-A78A780FE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A4A22F8-192D-8F02-9B05-AA64C286E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65631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0DB0FE-DD25-4746-8279-0DB8151A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35F6C7EE-FA35-EA4D-9996-E77832490A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B9F35D4-6CCF-A132-BCB5-BF807C68F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21FC148-23BC-5A94-8428-F0E7E787A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2710D17-CF8B-7103-A651-D2B76ADDA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39CB6715-ADC9-5382-D538-E56C62548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82885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018D89-A4DD-DA99-BF21-C90DE792E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36801A6-EEB7-9303-A1A8-0E7E6DE3FE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A106E81C-6AC5-3566-3272-4417DB267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14FA89C-B3B9-B890-B4A1-0B30351AA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B97519D-64B7-410F-5674-C189B64B9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08071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2A0CB9FA-80EF-7BC9-46DA-56C24665F6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F257ACD9-968B-5518-8FC5-BC7527D010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03EFFDC-9DBE-2E54-3460-20E693FD8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505C78D-B913-6921-7836-00D8C46AB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82193E90-F934-05EC-2A41-9DFE9D1B3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03257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94B73D-A17E-F238-EC1A-2A9BD4EE0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FF3AB8C-4B70-80E9-DD34-C4B76598D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AF17611A-BD12-C075-3E8E-BCDB3EC22A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C8ECB0-DA47-47F9-B8B8-77596B8C2D66}" type="datetimeFigureOut">
              <a:rPr lang="da-DK" smtClean="0"/>
              <a:t>13-05-2026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C05F8F36-FB7D-AD4F-23E2-6D0CB2392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414FAFA-22E2-B217-AA7B-252FEE31E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4282E1-1AC8-4F0B-907D-A8E2F2286A87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2537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A731DD26-1EFB-5D33-2B31-1C970C6D43AD}"/>
                  </a:ext>
                </a:extLst>
              </p:cNvPr>
              <p:cNvSpPr txBox="1"/>
              <p:nvPr/>
            </p:nvSpPr>
            <p:spPr>
              <a:xfrm>
                <a:off x="640640" y="1731561"/>
                <a:ext cx="12698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Input Image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Tekstfelt 4">
                <a:extLst>
                  <a:ext uri="{FF2B5EF4-FFF2-40B4-BE49-F238E27FC236}">
                    <a16:creationId xmlns:a16="http://schemas.microsoft.com/office/drawing/2014/main" id="{A731DD26-1EFB-5D33-2B31-1C970C6D4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40" y="1731561"/>
                <a:ext cx="1269898" cy="584775"/>
              </a:xfrm>
              <a:prstGeom prst="rect">
                <a:avLst/>
              </a:prstGeom>
              <a:blipFill>
                <a:blip r:embed="rId2"/>
                <a:stretch>
                  <a:fillRect l="-962" t="-3125" r="-1442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ktangel 5">
                <a:extLst>
                  <a:ext uri="{FF2B5EF4-FFF2-40B4-BE49-F238E27FC236}">
                    <a16:creationId xmlns:a16="http://schemas.microsoft.com/office/drawing/2014/main" id="{3CDD08D1-800D-7D9E-4C20-CADC75CC528F}"/>
                  </a:ext>
                </a:extLst>
              </p:cNvPr>
              <p:cNvSpPr/>
              <p:nvPr/>
            </p:nvSpPr>
            <p:spPr>
              <a:xfrm>
                <a:off x="2478024" y="1617041"/>
                <a:ext cx="1358000" cy="8138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Construct </a:t>
                </a:r>
                <a14:m>
                  <m:oMath xmlns:m="http://schemas.openxmlformats.org/officeDocument/2006/math"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b="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Blocks</a:t>
                </a:r>
              </a:p>
            </p:txBody>
          </p:sp>
        </mc:Choice>
        <mc:Fallback xmlns="">
          <p:sp>
            <p:nvSpPr>
              <p:cNvPr id="6" name="Rektangel 5">
                <a:extLst>
                  <a:ext uri="{FF2B5EF4-FFF2-40B4-BE49-F238E27FC236}">
                    <a16:creationId xmlns:a16="http://schemas.microsoft.com/office/drawing/2014/main" id="{3CDD08D1-800D-7D9E-4C20-CADC75CC52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024" y="1617041"/>
                <a:ext cx="1358000" cy="813816"/>
              </a:xfrm>
              <a:prstGeom prst="rect">
                <a:avLst/>
              </a:prstGeom>
              <a:blipFill>
                <a:blip r:embed="rId3"/>
                <a:stretch>
                  <a:fillRect t="-1460" b="-875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ktangel 6">
            <a:extLst>
              <a:ext uri="{FF2B5EF4-FFF2-40B4-BE49-F238E27FC236}">
                <a16:creationId xmlns:a16="http://schemas.microsoft.com/office/drawing/2014/main" id="{44921D83-0554-F039-CA52-B805CAB7331A}"/>
              </a:ext>
            </a:extLst>
          </p:cNvPr>
          <p:cNvSpPr/>
          <p:nvPr/>
        </p:nvSpPr>
        <p:spPr>
          <a:xfrm>
            <a:off x="4373880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Forward Transform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0CE4AD52-CC34-483E-6DCC-E0D01EDDF9B1}"/>
              </a:ext>
            </a:extLst>
          </p:cNvPr>
          <p:cNvSpPr/>
          <p:nvPr/>
        </p:nvSpPr>
        <p:spPr>
          <a:xfrm>
            <a:off x="6269736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Quantizer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5782DC1A-A71D-B238-89E4-8946DF4EC308}"/>
              </a:ext>
            </a:extLst>
          </p:cNvPr>
          <p:cNvSpPr/>
          <p:nvPr/>
        </p:nvSpPr>
        <p:spPr>
          <a:xfrm>
            <a:off x="8165592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Symbol Encoder</a:t>
            </a:r>
          </a:p>
        </p:txBody>
      </p:sp>
      <p:cxnSp>
        <p:nvCxnSpPr>
          <p:cNvPr id="11" name="Lige pilforbindelse 10">
            <a:extLst>
              <a:ext uri="{FF2B5EF4-FFF2-40B4-BE49-F238E27FC236}">
                <a16:creationId xmlns:a16="http://schemas.microsoft.com/office/drawing/2014/main" id="{35D7F5D4-DD81-E173-5B12-ED068ADD650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1910538" y="2023949"/>
            <a:ext cx="5674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Lige pilforbindelse 14">
            <a:extLst>
              <a:ext uri="{FF2B5EF4-FFF2-40B4-BE49-F238E27FC236}">
                <a16:creationId xmlns:a16="http://schemas.microsoft.com/office/drawing/2014/main" id="{016CFB67-D5B8-68EC-1748-E31105FB4DA6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836024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Lige pilforbindelse 18">
            <a:extLst>
              <a:ext uri="{FF2B5EF4-FFF2-40B4-BE49-F238E27FC236}">
                <a16:creationId xmlns:a16="http://schemas.microsoft.com/office/drawing/2014/main" id="{08A9C95F-237B-8143-FD0F-82F184EEBE7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731880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Lige pilforbindelse 21">
            <a:extLst>
              <a:ext uri="{FF2B5EF4-FFF2-40B4-BE49-F238E27FC236}">
                <a16:creationId xmlns:a16="http://schemas.microsoft.com/office/drawing/2014/main" id="{8D237F84-F7D2-28EA-607D-4C5F8B3CE07B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627736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Lige pilforbindelse 24">
            <a:extLst>
              <a:ext uri="{FF2B5EF4-FFF2-40B4-BE49-F238E27FC236}">
                <a16:creationId xmlns:a16="http://schemas.microsoft.com/office/drawing/2014/main" id="{A700AE28-1417-60F3-860B-A6D676A8FF24}"/>
              </a:ext>
            </a:extLst>
          </p:cNvPr>
          <p:cNvCxnSpPr>
            <a:cxnSpLocks/>
            <a:stCxn id="9" idx="3"/>
            <a:endCxn id="28" idx="1"/>
          </p:cNvCxnSpPr>
          <p:nvPr/>
        </p:nvCxnSpPr>
        <p:spPr>
          <a:xfrm>
            <a:off x="9523592" y="2023949"/>
            <a:ext cx="599603" cy="7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kstfelt 27">
            <a:extLst>
              <a:ext uri="{FF2B5EF4-FFF2-40B4-BE49-F238E27FC236}">
                <a16:creationId xmlns:a16="http://schemas.microsoft.com/office/drawing/2014/main" id="{5D3658A6-1F69-4E13-DC29-71A518054BDD}"/>
              </a:ext>
            </a:extLst>
          </p:cNvPr>
          <p:cNvSpPr txBox="1"/>
          <p:nvPr/>
        </p:nvSpPr>
        <p:spPr>
          <a:xfrm>
            <a:off x="10123195" y="1739373"/>
            <a:ext cx="13468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Compressed</a:t>
            </a:r>
          </a:p>
          <a:p>
            <a:pPr algn="ctr"/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</a:p>
        </p:txBody>
      </p:sp>
      <p:sp>
        <p:nvSpPr>
          <p:cNvPr id="30" name="Tekstfelt 29">
            <a:extLst>
              <a:ext uri="{FF2B5EF4-FFF2-40B4-BE49-F238E27FC236}">
                <a16:creationId xmlns:a16="http://schemas.microsoft.com/office/drawing/2014/main" id="{ECB9C43C-3B76-5ECB-A01F-03D0F465A77C}"/>
              </a:ext>
            </a:extLst>
          </p:cNvPr>
          <p:cNvSpPr txBox="1"/>
          <p:nvPr/>
        </p:nvSpPr>
        <p:spPr>
          <a:xfrm>
            <a:off x="10123195" y="2947945"/>
            <a:ext cx="13468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Compressed</a:t>
            </a:r>
          </a:p>
          <a:p>
            <a:pPr algn="ctr"/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</a:p>
        </p:txBody>
      </p:sp>
      <p:sp>
        <p:nvSpPr>
          <p:cNvPr id="31" name="Rektangel 30">
            <a:extLst>
              <a:ext uri="{FF2B5EF4-FFF2-40B4-BE49-F238E27FC236}">
                <a16:creationId xmlns:a16="http://schemas.microsoft.com/office/drawing/2014/main" id="{22249582-DF77-F1FA-981A-F3B4D1507577}"/>
              </a:ext>
            </a:extLst>
          </p:cNvPr>
          <p:cNvSpPr/>
          <p:nvPr/>
        </p:nvSpPr>
        <p:spPr>
          <a:xfrm>
            <a:off x="8165592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Symbol Decoder</a:t>
            </a:r>
          </a:p>
        </p:txBody>
      </p:sp>
      <p:sp>
        <p:nvSpPr>
          <p:cNvPr id="32" name="Rektangel 31">
            <a:extLst>
              <a:ext uri="{FF2B5EF4-FFF2-40B4-BE49-F238E27FC236}">
                <a16:creationId xmlns:a16="http://schemas.microsoft.com/office/drawing/2014/main" id="{64AED539-1E33-304F-211B-F57C60F699C4}"/>
              </a:ext>
            </a:extLst>
          </p:cNvPr>
          <p:cNvSpPr/>
          <p:nvPr/>
        </p:nvSpPr>
        <p:spPr>
          <a:xfrm>
            <a:off x="6269736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Inverse Quantizer</a:t>
            </a:r>
          </a:p>
        </p:txBody>
      </p:sp>
      <p:sp>
        <p:nvSpPr>
          <p:cNvPr id="33" name="Rektangel 32">
            <a:extLst>
              <a:ext uri="{FF2B5EF4-FFF2-40B4-BE49-F238E27FC236}">
                <a16:creationId xmlns:a16="http://schemas.microsoft.com/office/drawing/2014/main" id="{FA8F5F7E-D1F8-BC98-5106-9492E44D3B75}"/>
              </a:ext>
            </a:extLst>
          </p:cNvPr>
          <p:cNvSpPr/>
          <p:nvPr/>
        </p:nvSpPr>
        <p:spPr>
          <a:xfrm>
            <a:off x="4373880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Inverse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ktangel 33">
                <a:extLst>
                  <a:ext uri="{FF2B5EF4-FFF2-40B4-BE49-F238E27FC236}">
                    <a16:creationId xmlns:a16="http://schemas.microsoft.com/office/drawing/2014/main" id="{2BE40426-4C97-B997-A4E4-2B2655085A04}"/>
                  </a:ext>
                </a:extLst>
              </p:cNvPr>
              <p:cNvSpPr/>
              <p:nvPr/>
            </p:nvSpPr>
            <p:spPr>
              <a:xfrm>
                <a:off x="2478024" y="2833425"/>
                <a:ext cx="1358000" cy="8138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Merge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6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1600" b="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Blocks</a:t>
                </a:r>
              </a:p>
            </p:txBody>
          </p:sp>
        </mc:Choice>
        <mc:Fallback xmlns="">
          <p:sp>
            <p:nvSpPr>
              <p:cNvPr id="34" name="Rektangel 33">
                <a:extLst>
                  <a:ext uri="{FF2B5EF4-FFF2-40B4-BE49-F238E27FC236}">
                    <a16:creationId xmlns:a16="http://schemas.microsoft.com/office/drawing/2014/main" id="{2BE40426-4C97-B997-A4E4-2B2655085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024" y="2833425"/>
                <a:ext cx="1358000" cy="813816"/>
              </a:xfrm>
              <a:prstGeom prst="rect">
                <a:avLst/>
              </a:prstGeom>
              <a:blipFill>
                <a:blip r:embed="rId4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Lige pilforbindelse 34">
            <a:extLst>
              <a:ext uri="{FF2B5EF4-FFF2-40B4-BE49-F238E27FC236}">
                <a16:creationId xmlns:a16="http://schemas.microsoft.com/office/drawing/2014/main" id="{3D296533-89E7-C5E1-AEDE-59C519739693}"/>
              </a:ext>
            </a:extLst>
          </p:cNvPr>
          <p:cNvCxnSpPr>
            <a:cxnSpLocks/>
            <a:stCxn id="30" idx="1"/>
            <a:endCxn id="31" idx="3"/>
          </p:cNvCxnSpPr>
          <p:nvPr/>
        </p:nvCxnSpPr>
        <p:spPr>
          <a:xfrm flipH="1">
            <a:off x="9523592" y="3240333"/>
            <a:ext cx="5996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Lige pilforbindelse 37">
            <a:extLst>
              <a:ext uri="{FF2B5EF4-FFF2-40B4-BE49-F238E27FC236}">
                <a16:creationId xmlns:a16="http://schemas.microsoft.com/office/drawing/2014/main" id="{3A9B1E3B-A334-87FA-E209-FB65C3EBA20E}"/>
              </a:ext>
            </a:extLst>
          </p:cNvPr>
          <p:cNvCxnSpPr>
            <a:cxnSpLocks/>
            <a:stCxn id="31" idx="1"/>
            <a:endCxn id="32" idx="3"/>
          </p:cNvCxnSpPr>
          <p:nvPr/>
        </p:nvCxnSpPr>
        <p:spPr>
          <a:xfrm flipH="1">
            <a:off x="7627736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Lige pilforbindelse 40">
            <a:extLst>
              <a:ext uri="{FF2B5EF4-FFF2-40B4-BE49-F238E27FC236}">
                <a16:creationId xmlns:a16="http://schemas.microsoft.com/office/drawing/2014/main" id="{0E10D035-B352-44DD-9BA6-6C9747668464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flipH="1">
            <a:off x="5731880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Lige pilforbindelse 44">
            <a:extLst>
              <a:ext uri="{FF2B5EF4-FFF2-40B4-BE49-F238E27FC236}">
                <a16:creationId xmlns:a16="http://schemas.microsoft.com/office/drawing/2014/main" id="{996EF53F-78E2-6E77-31E1-06096AF00EBB}"/>
              </a:ext>
            </a:extLst>
          </p:cNvPr>
          <p:cNvCxnSpPr>
            <a:cxnSpLocks/>
            <a:stCxn id="33" idx="1"/>
            <a:endCxn id="34" idx="3"/>
          </p:cNvCxnSpPr>
          <p:nvPr/>
        </p:nvCxnSpPr>
        <p:spPr>
          <a:xfrm flipH="1">
            <a:off x="3836024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44985B79-9CD1-AE0E-1BB6-87CBF4549040}"/>
                  </a:ext>
                </a:extLst>
              </p:cNvPr>
              <p:cNvSpPr txBox="1"/>
              <p:nvPr/>
            </p:nvSpPr>
            <p:spPr>
              <a:xfrm>
                <a:off x="84291" y="2868786"/>
                <a:ext cx="21916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Decompressed Image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9" name="Tekstfelt 48">
                <a:extLst>
                  <a:ext uri="{FF2B5EF4-FFF2-40B4-BE49-F238E27FC236}">
                    <a16:creationId xmlns:a16="http://schemas.microsoft.com/office/drawing/2014/main" id="{44985B79-9CD1-AE0E-1BB6-87CBF4549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91" y="2868786"/>
                <a:ext cx="2191626" cy="584775"/>
              </a:xfrm>
              <a:prstGeom prst="rect">
                <a:avLst/>
              </a:prstGeom>
              <a:blipFill>
                <a:blip r:embed="rId5"/>
                <a:stretch>
                  <a:fillRect l="-557" t="-3125" r="-279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Lige pilforbindelse 49">
            <a:extLst>
              <a:ext uri="{FF2B5EF4-FFF2-40B4-BE49-F238E27FC236}">
                <a16:creationId xmlns:a16="http://schemas.microsoft.com/office/drawing/2014/main" id="{F005C28A-D388-FF4D-30D8-E66B6F6FA33D}"/>
              </a:ext>
            </a:extLst>
          </p:cNvPr>
          <p:cNvCxnSpPr>
            <a:cxnSpLocks/>
          </p:cNvCxnSpPr>
          <p:nvPr/>
        </p:nvCxnSpPr>
        <p:spPr>
          <a:xfrm flipH="1">
            <a:off x="1940168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ktangel 50">
            <a:extLst>
              <a:ext uri="{FF2B5EF4-FFF2-40B4-BE49-F238E27FC236}">
                <a16:creationId xmlns:a16="http://schemas.microsoft.com/office/drawing/2014/main" id="{D1064533-CD90-A467-DF9C-B970DE13A226}"/>
              </a:ext>
            </a:extLst>
          </p:cNvPr>
          <p:cNvSpPr/>
          <p:nvPr/>
        </p:nvSpPr>
        <p:spPr>
          <a:xfrm>
            <a:off x="73153" y="1517903"/>
            <a:ext cx="11458634" cy="10277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ktangel 51">
            <a:extLst>
              <a:ext uri="{FF2B5EF4-FFF2-40B4-BE49-F238E27FC236}">
                <a16:creationId xmlns:a16="http://schemas.microsoft.com/office/drawing/2014/main" id="{6ED76676-E65C-6CF0-9E33-524B0781818C}"/>
              </a:ext>
            </a:extLst>
          </p:cNvPr>
          <p:cNvSpPr/>
          <p:nvPr/>
        </p:nvSpPr>
        <p:spPr>
          <a:xfrm>
            <a:off x="73153" y="2754022"/>
            <a:ext cx="11458634" cy="10277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kstfelt 56">
            <a:extLst>
              <a:ext uri="{FF2B5EF4-FFF2-40B4-BE49-F238E27FC236}">
                <a16:creationId xmlns:a16="http://schemas.microsoft.com/office/drawing/2014/main" id="{3C22CD76-B529-23BC-0B92-B54A7BB91094}"/>
              </a:ext>
            </a:extLst>
          </p:cNvPr>
          <p:cNvSpPr txBox="1"/>
          <p:nvPr/>
        </p:nvSpPr>
        <p:spPr>
          <a:xfrm>
            <a:off x="0" y="1176456"/>
            <a:ext cx="229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Compression Phase</a:t>
            </a:r>
          </a:p>
        </p:txBody>
      </p:sp>
      <p:sp>
        <p:nvSpPr>
          <p:cNvPr id="58" name="Tekstfelt 57">
            <a:extLst>
              <a:ext uri="{FF2B5EF4-FFF2-40B4-BE49-F238E27FC236}">
                <a16:creationId xmlns:a16="http://schemas.microsoft.com/office/drawing/2014/main" id="{5B34CE9E-09F8-79C5-2292-FB8582BDDA57}"/>
              </a:ext>
            </a:extLst>
          </p:cNvPr>
          <p:cNvSpPr txBox="1"/>
          <p:nvPr/>
        </p:nvSpPr>
        <p:spPr>
          <a:xfrm>
            <a:off x="-14133" y="3734455"/>
            <a:ext cx="2499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Reconstruction Phase</a:t>
            </a:r>
          </a:p>
        </p:txBody>
      </p:sp>
    </p:spTree>
    <p:extLst>
      <p:ext uri="{BB962C8B-B14F-4D97-AF65-F5344CB8AC3E}">
        <p14:creationId xmlns:p14="http://schemas.microsoft.com/office/powerpoint/2010/main" val="3631664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143C7655-D3CE-33F8-FE22-891C0AEF1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284" y="2234656"/>
            <a:ext cx="1582631" cy="1582631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7AEEA65D-03FD-0542-5709-A688F3FE83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9442" y="2234656"/>
            <a:ext cx="1513539" cy="1582631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8C7D813F-10E4-8763-55B7-37C9CA3E17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9442" y="4038971"/>
            <a:ext cx="1513539" cy="1582631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0FAE1754-AD75-D4FB-8B8D-8C47BF431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283" y="4038972"/>
            <a:ext cx="1582631" cy="1582631"/>
          </a:xfrm>
          <a:prstGeom prst="rect">
            <a:avLst/>
          </a:prstGeom>
        </p:spPr>
      </p:pic>
      <p:pic>
        <p:nvPicPr>
          <p:cNvPr id="15" name="Billede 14">
            <a:extLst>
              <a:ext uri="{FF2B5EF4-FFF2-40B4-BE49-F238E27FC236}">
                <a16:creationId xmlns:a16="http://schemas.microsoft.com/office/drawing/2014/main" id="{F4518D86-26A5-E184-6A08-7CC9564B2E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11" y="2012971"/>
            <a:ext cx="2026002" cy="2026002"/>
          </a:xfrm>
          <a:prstGeom prst="rect">
            <a:avLst/>
          </a:prstGeom>
        </p:spPr>
      </p:pic>
      <p:pic>
        <p:nvPicPr>
          <p:cNvPr id="19" name="Billede 18">
            <a:extLst>
              <a:ext uri="{FF2B5EF4-FFF2-40B4-BE49-F238E27FC236}">
                <a16:creationId xmlns:a16="http://schemas.microsoft.com/office/drawing/2014/main" id="{ADCA5D16-A42A-3B7D-8F01-AA63D51A9B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284" y="430340"/>
            <a:ext cx="1582631" cy="1582631"/>
          </a:xfrm>
          <a:prstGeom prst="rect">
            <a:avLst/>
          </a:prstGeom>
        </p:spPr>
      </p:pic>
      <p:pic>
        <p:nvPicPr>
          <p:cNvPr id="21" name="Billede 20">
            <a:extLst>
              <a:ext uri="{FF2B5EF4-FFF2-40B4-BE49-F238E27FC236}">
                <a16:creationId xmlns:a16="http://schemas.microsoft.com/office/drawing/2014/main" id="{FA275447-E1CD-C403-9D6C-E48084B160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9443" y="430340"/>
            <a:ext cx="1513539" cy="1582631"/>
          </a:xfrm>
          <a:prstGeom prst="rect">
            <a:avLst/>
          </a:prstGeom>
        </p:spPr>
      </p:pic>
      <p:sp>
        <p:nvSpPr>
          <p:cNvPr id="22" name="Tekstfelt 21">
            <a:extLst>
              <a:ext uri="{FF2B5EF4-FFF2-40B4-BE49-F238E27FC236}">
                <a16:creationId xmlns:a16="http://schemas.microsoft.com/office/drawing/2014/main" id="{916DAE10-88A2-7306-2C3F-40CDBFA12914}"/>
              </a:ext>
            </a:extLst>
          </p:cNvPr>
          <p:cNvSpPr txBox="1"/>
          <p:nvPr/>
        </p:nvSpPr>
        <p:spPr>
          <a:xfrm>
            <a:off x="3636118" y="281807"/>
            <a:ext cx="896399" cy="252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Red (R)</a:t>
            </a:r>
          </a:p>
        </p:txBody>
      </p:sp>
      <p:sp>
        <p:nvSpPr>
          <p:cNvPr id="24" name="Tekstfelt 23">
            <a:extLst>
              <a:ext uri="{FF2B5EF4-FFF2-40B4-BE49-F238E27FC236}">
                <a16:creationId xmlns:a16="http://schemas.microsoft.com/office/drawing/2014/main" id="{58825904-A2BF-6C9C-DB7E-7D69ACB2394C}"/>
              </a:ext>
            </a:extLst>
          </p:cNvPr>
          <p:cNvSpPr txBox="1"/>
          <p:nvPr/>
        </p:nvSpPr>
        <p:spPr>
          <a:xfrm>
            <a:off x="3636118" y="2062936"/>
            <a:ext cx="89639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Blue (B)</a:t>
            </a:r>
          </a:p>
        </p:txBody>
      </p:sp>
      <p:sp>
        <p:nvSpPr>
          <p:cNvPr id="25" name="Tekstfelt 24">
            <a:extLst>
              <a:ext uri="{FF2B5EF4-FFF2-40B4-BE49-F238E27FC236}">
                <a16:creationId xmlns:a16="http://schemas.microsoft.com/office/drawing/2014/main" id="{FF58936B-0B0A-2668-47F8-57819F0116B4}"/>
              </a:ext>
            </a:extLst>
          </p:cNvPr>
          <p:cNvSpPr txBox="1"/>
          <p:nvPr/>
        </p:nvSpPr>
        <p:spPr>
          <a:xfrm>
            <a:off x="3636117" y="3877939"/>
            <a:ext cx="89639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Green (G)</a:t>
            </a:r>
          </a:p>
        </p:txBody>
      </p:sp>
      <p:sp>
        <p:nvSpPr>
          <p:cNvPr id="26" name="Tekstfelt 25">
            <a:extLst>
              <a:ext uri="{FF2B5EF4-FFF2-40B4-BE49-F238E27FC236}">
                <a16:creationId xmlns:a16="http://schemas.microsoft.com/office/drawing/2014/main" id="{37FD1AFC-E14D-2179-5264-B6549D287BB3}"/>
              </a:ext>
            </a:extLst>
          </p:cNvPr>
          <p:cNvSpPr txBox="1"/>
          <p:nvPr/>
        </p:nvSpPr>
        <p:spPr>
          <a:xfrm>
            <a:off x="851512" y="1724395"/>
            <a:ext cx="89639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RGB</a:t>
            </a:r>
          </a:p>
        </p:txBody>
      </p:sp>
      <p:sp>
        <p:nvSpPr>
          <p:cNvPr id="27" name="Rektangel 26">
            <a:extLst>
              <a:ext uri="{FF2B5EF4-FFF2-40B4-BE49-F238E27FC236}">
                <a16:creationId xmlns:a16="http://schemas.microsoft.com/office/drawing/2014/main" id="{5B4187B8-C5BD-1AC8-4A3B-CED88C54ABA8}"/>
              </a:ext>
            </a:extLst>
          </p:cNvPr>
          <p:cNvSpPr/>
          <p:nvPr/>
        </p:nvSpPr>
        <p:spPr>
          <a:xfrm>
            <a:off x="5102352" y="2757202"/>
            <a:ext cx="1082678" cy="5375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0" dirty="0">
                <a:solidFill>
                  <a:schemeClr val="tx1"/>
                </a:solidFill>
              </a:rPr>
              <a:t>Conversion</a:t>
            </a:r>
          </a:p>
        </p:txBody>
      </p:sp>
      <p:sp>
        <p:nvSpPr>
          <p:cNvPr id="28" name="Tekstfelt 27">
            <a:extLst>
              <a:ext uri="{FF2B5EF4-FFF2-40B4-BE49-F238E27FC236}">
                <a16:creationId xmlns:a16="http://schemas.microsoft.com/office/drawing/2014/main" id="{7AC3D37D-09DC-130B-1835-D7A172C6AB1B}"/>
              </a:ext>
            </a:extLst>
          </p:cNvPr>
          <p:cNvSpPr txBox="1"/>
          <p:nvPr/>
        </p:nvSpPr>
        <p:spPr>
          <a:xfrm>
            <a:off x="6479441" y="257830"/>
            <a:ext cx="151353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Luminance (Y)</a:t>
            </a:r>
          </a:p>
        </p:txBody>
      </p:sp>
      <p:sp>
        <p:nvSpPr>
          <p:cNvPr id="29" name="Tekstfelt 28">
            <a:extLst>
              <a:ext uri="{FF2B5EF4-FFF2-40B4-BE49-F238E27FC236}">
                <a16:creationId xmlns:a16="http://schemas.microsoft.com/office/drawing/2014/main" id="{15E0B635-C3D7-B0B5-E2A2-BB5F06764BB2}"/>
              </a:ext>
            </a:extLst>
          </p:cNvPr>
          <p:cNvSpPr txBox="1"/>
          <p:nvPr/>
        </p:nvSpPr>
        <p:spPr>
          <a:xfrm>
            <a:off x="6479441" y="2062936"/>
            <a:ext cx="151353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Chrominance (Cb)</a:t>
            </a:r>
          </a:p>
        </p:txBody>
      </p:sp>
      <p:sp>
        <p:nvSpPr>
          <p:cNvPr id="30" name="Tekstfelt 29">
            <a:extLst>
              <a:ext uri="{FF2B5EF4-FFF2-40B4-BE49-F238E27FC236}">
                <a16:creationId xmlns:a16="http://schemas.microsoft.com/office/drawing/2014/main" id="{AF965A23-9930-EE25-9BDF-A8C4C25E6D24}"/>
              </a:ext>
            </a:extLst>
          </p:cNvPr>
          <p:cNvSpPr txBox="1"/>
          <p:nvPr/>
        </p:nvSpPr>
        <p:spPr>
          <a:xfrm>
            <a:off x="6479440" y="3877939"/>
            <a:ext cx="151353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Chrominance (Cr)</a:t>
            </a:r>
          </a:p>
        </p:txBody>
      </p:sp>
      <p:cxnSp>
        <p:nvCxnSpPr>
          <p:cNvPr id="32" name="Lige pilforbindelse 31">
            <a:extLst>
              <a:ext uri="{FF2B5EF4-FFF2-40B4-BE49-F238E27FC236}">
                <a16:creationId xmlns:a16="http://schemas.microsoft.com/office/drawing/2014/main" id="{583293FB-AD90-EE91-3E4C-DA527D2F5FBE}"/>
              </a:ext>
            </a:extLst>
          </p:cNvPr>
          <p:cNvCxnSpPr>
            <a:stCxn id="15" idx="3"/>
            <a:endCxn id="5" idx="1"/>
          </p:cNvCxnSpPr>
          <p:nvPr/>
        </p:nvCxnSpPr>
        <p:spPr>
          <a:xfrm>
            <a:off x="2312713" y="3025972"/>
            <a:ext cx="934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Forbindelse: vinklet 33">
            <a:extLst>
              <a:ext uri="{FF2B5EF4-FFF2-40B4-BE49-F238E27FC236}">
                <a16:creationId xmlns:a16="http://schemas.microsoft.com/office/drawing/2014/main" id="{E7C51C2F-3600-DE4F-841E-5D99AD0AB288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 flipV="1">
            <a:off x="2312713" y="1221656"/>
            <a:ext cx="934571" cy="18043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Forbindelse: vinklet 35">
            <a:extLst>
              <a:ext uri="{FF2B5EF4-FFF2-40B4-BE49-F238E27FC236}">
                <a16:creationId xmlns:a16="http://schemas.microsoft.com/office/drawing/2014/main" id="{83803170-CCB7-2445-E0FD-AEBBFCAF7A0B}"/>
              </a:ext>
            </a:extLst>
          </p:cNvPr>
          <p:cNvCxnSpPr>
            <a:stCxn id="15" idx="3"/>
            <a:endCxn id="13" idx="1"/>
          </p:cNvCxnSpPr>
          <p:nvPr/>
        </p:nvCxnSpPr>
        <p:spPr>
          <a:xfrm>
            <a:off x="2312713" y="3025972"/>
            <a:ext cx="934570" cy="18043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Forbindelse: vinklet 37">
            <a:extLst>
              <a:ext uri="{FF2B5EF4-FFF2-40B4-BE49-F238E27FC236}">
                <a16:creationId xmlns:a16="http://schemas.microsoft.com/office/drawing/2014/main" id="{35A49F23-89EE-FA35-2684-3CA0579AF5AF}"/>
              </a:ext>
            </a:extLst>
          </p:cNvPr>
          <p:cNvCxnSpPr>
            <a:stCxn id="19" idx="3"/>
            <a:endCxn id="27" idx="1"/>
          </p:cNvCxnSpPr>
          <p:nvPr/>
        </p:nvCxnSpPr>
        <p:spPr>
          <a:xfrm>
            <a:off x="4829915" y="1221656"/>
            <a:ext cx="272437" cy="18043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Forbindelse: vinklet 39">
            <a:extLst>
              <a:ext uri="{FF2B5EF4-FFF2-40B4-BE49-F238E27FC236}">
                <a16:creationId xmlns:a16="http://schemas.microsoft.com/office/drawing/2014/main" id="{E4BC22EB-2AD0-CD25-6362-E15C2CB55003}"/>
              </a:ext>
            </a:extLst>
          </p:cNvPr>
          <p:cNvCxnSpPr>
            <a:stCxn id="13" idx="3"/>
            <a:endCxn id="27" idx="1"/>
          </p:cNvCxnSpPr>
          <p:nvPr/>
        </p:nvCxnSpPr>
        <p:spPr>
          <a:xfrm flipV="1">
            <a:off x="4829914" y="3025971"/>
            <a:ext cx="272438" cy="18043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Lige pilforbindelse 41">
            <a:extLst>
              <a:ext uri="{FF2B5EF4-FFF2-40B4-BE49-F238E27FC236}">
                <a16:creationId xmlns:a16="http://schemas.microsoft.com/office/drawing/2014/main" id="{BC07639C-DE6D-6F50-ECEB-96216438C74B}"/>
              </a:ext>
            </a:extLst>
          </p:cNvPr>
          <p:cNvCxnSpPr>
            <a:stCxn id="5" idx="3"/>
            <a:endCxn id="27" idx="1"/>
          </p:cNvCxnSpPr>
          <p:nvPr/>
        </p:nvCxnSpPr>
        <p:spPr>
          <a:xfrm flipV="1">
            <a:off x="4829915" y="3025971"/>
            <a:ext cx="27243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Lige pilforbindelse 43">
            <a:extLst>
              <a:ext uri="{FF2B5EF4-FFF2-40B4-BE49-F238E27FC236}">
                <a16:creationId xmlns:a16="http://schemas.microsoft.com/office/drawing/2014/main" id="{A939D542-D006-6B81-5C79-AE65FE1CBD52}"/>
              </a:ext>
            </a:extLst>
          </p:cNvPr>
          <p:cNvCxnSpPr>
            <a:stCxn id="27" idx="3"/>
            <a:endCxn id="7" idx="1"/>
          </p:cNvCxnSpPr>
          <p:nvPr/>
        </p:nvCxnSpPr>
        <p:spPr>
          <a:xfrm>
            <a:off x="6185030" y="3025971"/>
            <a:ext cx="29441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Forbindelse: vinklet 45">
            <a:extLst>
              <a:ext uri="{FF2B5EF4-FFF2-40B4-BE49-F238E27FC236}">
                <a16:creationId xmlns:a16="http://schemas.microsoft.com/office/drawing/2014/main" id="{F0F47A5A-6381-B8AB-956D-2237D2E33D12}"/>
              </a:ext>
            </a:extLst>
          </p:cNvPr>
          <p:cNvCxnSpPr>
            <a:stCxn id="27" idx="3"/>
            <a:endCxn id="21" idx="1"/>
          </p:cNvCxnSpPr>
          <p:nvPr/>
        </p:nvCxnSpPr>
        <p:spPr>
          <a:xfrm flipV="1">
            <a:off x="6185030" y="1221656"/>
            <a:ext cx="294413" cy="18043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Forbindelse: vinklet 47">
            <a:extLst>
              <a:ext uri="{FF2B5EF4-FFF2-40B4-BE49-F238E27FC236}">
                <a16:creationId xmlns:a16="http://schemas.microsoft.com/office/drawing/2014/main" id="{2EAB16DE-3913-0BD2-B126-C56DBBBAC206}"/>
              </a:ext>
            </a:extLst>
          </p:cNvPr>
          <p:cNvCxnSpPr>
            <a:stCxn id="27" idx="3"/>
            <a:endCxn id="11" idx="1"/>
          </p:cNvCxnSpPr>
          <p:nvPr/>
        </p:nvCxnSpPr>
        <p:spPr>
          <a:xfrm>
            <a:off x="6185030" y="3025971"/>
            <a:ext cx="294412" cy="18043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0428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kstfelt 1">
                <a:extLst>
                  <a:ext uri="{FF2B5EF4-FFF2-40B4-BE49-F238E27FC236}">
                    <a16:creationId xmlns:a16="http://schemas.microsoft.com/office/drawing/2014/main" id="{99FE33E6-8399-3E16-D132-29CDEBD8A567}"/>
                  </a:ext>
                </a:extLst>
              </p:cNvPr>
              <p:cNvSpPr txBox="1"/>
              <p:nvPr/>
            </p:nvSpPr>
            <p:spPr>
              <a:xfrm>
                <a:off x="599250" y="1731561"/>
                <a:ext cx="135267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Input Image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kstfelt 1">
                <a:extLst>
                  <a:ext uri="{FF2B5EF4-FFF2-40B4-BE49-F238E27FC236}">
                    <a16:creationId xmlns:a16="http://schemas.microsoft.com/office/drawing/2014/main" id="{99FE33E6-8399-3E16-D132-29CDEBD8A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50" y="1731561"/>
                <a:ext cx="1352678" cy="584775"/>
              </a:xfrm>
              <a:prstGeom prst="rect">
                <a:avLst/>
              </a:prstGeom>
              <a:blipFill>
                <a:blip r:embed="rId2"/>
                <a:stretch>
                  <a:fillRect t="-3125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ktangel 2">
            <a:extLst>
              <a:ext uri="{FF2B5EF4-FFF2-40B4-BE49-F238E27FC236}">
                <a16:creationId xmlns:a16="http://schemas.microsoft.com/office/drawing/2014/main" id="{54080103-D9E8-3803-611B-614BC2C4601C}"/>
              </a:ext>
            </a:extLst>
          </p:cNvPr>
          <p:cNvSpPr/>
          <p:nvPr/>
        </p:nvSpPr>
        <p:spPr>
          <a:xfrm>
            <a:off x="2478024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 Image to YCbCr</a:t>
            </a:r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960C9F7A-47A2-8DB4-5B37-9F19D227CE32}"/>
              </a:ext>
            </a:extLst>
          </p:cNvPr>
          <p:cNvSpPr/>
          <p:nvPr/>
        </p:nvSpPr>
        <p:spPr>
          <a:xfrm>
            <a:off x="4373880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Split Image into Channels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ktangel 4">
                <a:extLst>
                  <a:ext uri="{FF2B5EF4-FFF2-40B4-BE49-F238E27FC236}">
                    <a16:creationId xmlns:a16="http://schemas.microsoft.com/office/drawing/2014/main" id="{A695E182-68D4-C853-9A42-E707B1EDA972}"/>
                  </a:ext>
                </a:extLst>
              </p:cNvPr>
              <p:cNvSpPr/>
              <p:nvPr/>
            </p:nvSpPr>
            <p:spPr>
              <a:xfrm>
                <a:off x="6269736" y="1617041"/>
                <a:ext cx="1358000" cy="8138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Construct </a:t>
                </a:r>
                <a14:m>
                  <m:oMath xmlns:m="http://schemas.openxmlformats.org/officeDocument/2006/math"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b="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Blocks</a:t>
                </a:r>
              </a:p>
            </p:txBody>
          </p:sp>
        </mc:Choice>
        <mc:Fallback xmlns="">
          <p:sp>
            <p:nvSpPr>
              <p:cNvPr id="5" name="Rektangel 4">
                <a:extLst>
                  <a:ext uri="{FF2B5EF4-FFF2-40B4-BE49-F238E27FC236}">
                    <a16:creationId xmlns:a16="http://schemas.microsoft.com/office/drawing/2014/main" id="{A695E182-68D4-C853-9A42-E707B1EDA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9736" y="1617041"/>
                <a:ext cx="1358000" cy="813816"/>
              </a:xfrm>
              <a:prstGeom prst="rect">
                <a:avLst/>
              </a:prstGeom>
              <a:blipFill>
                <a:blip r:embed="rId3"/>
                <a:stretch>
                  <a:fillRect t="-1460" b="-875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ktangel 5">
            <a:extLst>
              <a:ext uri="{FF2B5EF4-FFF2-40B4-BE49-F238E27FC236}">
                <a16:creationId xmlns:a16="http://schemas.microsoft.com/office/drawing/2014/main" id="{BB06E208-6438-130A-92EE-FADD026DFEF8}"/>
              </a:ext>
            </a:extLst>
          </p:cNvPr>
          <p:cNvSpPr/>
          <p:nvPr/>
        </p:nvSpPr>
        <p:spPr>
          <a:xfrm>
            <a:off x="8165592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Subtract 128 on each pixel</a:t>
            </a:r>
            <a:endParaRPr lang="en-US" sz="16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Lige pilforbindelse 6">
            <a:extLst>
              <a:ext uri="{FF2B5EF4-FFF2-40B4-BE49-F238E27FC236}">
                <a16:creationId xmlns:a16="http://schemas.microsoft.com/office/drawing/2014/main" id="{9BC67E8E-B79E-7A85-8B75-0666EFD3D62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951928" y="2023949"/>
            <a:ext cx="5260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AB4201DB-625A-03EB-CE83-8F7817B1B98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3836024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Lige pilforbindelse 8">
            <a:extLst>
              <a:ext uri="{FF2B5EF4-FFF2-40B4-BE49-F238E27FC236}">
                <a16:creationId xmlns:a16="http://schemas.microsoft.com/office/drawing/2014/main" id="{0AEC54C4-45A3-D8FA-AAE8-AF056215E8E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5731880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Lige pilforbindelse 9">
            <a:extLst>
              <a:ext uri="{FF2B5EF4-FFF2-40B4-BE49-F238E27FC236}">
                <a16:creationId xmlns:a16="http://schemas.microsoft.com/office/drawing/2014/main" id="{EFECB8C8-2397-2B8E-808A-09435FB16E1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27736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Lige pilforbindelse 10">
            <a:extLst>
              <a:ext uri="{FF2B5EF4-FFF2-40B4-BE49-F238E27FC236}">
                <a16:creationId xmlns:a16="http://schemas.microsoft.com/office/drawing/2014/main" id="{5BBC3879-3BFF-0CBE-DECA-8FF0BFD78011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9523592" y="2023948"/>
            <a:ext cx="64233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ktangel 13">
            <a:extLst>
              <a:ext uri="{FF2B5EF4-FFF2-40B4-BE49-F238E27FC236}">
                <a16:creationId xmlns:a16="http://schemas.microsoft.com/office/drawing/2014/main" id="{40E16D58-9359-4F40-605B-B7041AE0680D}"/>
              </a:ext>
            </a:extLst>
          </p:cNvPr>
          <p:cNvSpPr/>
          <p:nvPr/>
        </p:nvSpPr>
        <p:spPr>
          <a:xfrm>
            <a:off x="8165592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 128 to each pixel</a:t>
            </a:r>
            <a:endParaRPr lang="en-US" sz="16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ktangel 14">
                <a:extLst>
                  <a:ext uri="{FF2B5EF4-FFF2-40B4-BE49-F238E27FC236}">
                    <a16:creationId xmlns:a16="http://schemas.microsoft.com/office/drawing/2014/main" id="{28068390-5444-F5C0-2F9D-1E258A59627D}"/>
                  </a:ext>
                </a:extLst>
              </p:cNvPr>
              <p:cNvSpPr/>
              <p:nvPr/>
            </p:nvSpPr>
            <p:spPr>
              <a:xfrm>
                <a:off x="6269736" y="2833425"/>
                <a:ext cx="1358000" cy="8138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Merge </a:t>
                </a:r>
                <a14:m>
                  <m:oMath xmlns:m="http://schemas.openxmlformats.org/officeDocument/2006/math"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b="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Blocks</a:t>
                </a:r>
              </a:p>
            </p:txBody>
          </p:sp>
        </mc:Choice>
        <mc:Fallback xmlns="">
          <p:sp>
            <p:nvSpPr>
              <p:cNvPr id="15" name="Rektangel 14">
                <a:extLst>
                  <a:ext uri="{FF2B5EF4-FFF2-40B4-BE49-F238E27FC236}">
                    <a16:creationId xmlns:a16="http://schemas.microsoft.com/office/drawing/2014/main" id="{28068390-5444-F5C0-2F9D-1E258A5962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9736" y="2833425"/>
                <a:ext cx="1358000" cy="8138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ktangel 15">
            <a:extLst>
              <a:ext uri="{FF2B5EF4-FFF2-40B4-BE49-F238E27FC236}">
                <a16:creationId xmlns:a16="http://schemas.microsoft.com/office/drawing/2014/main" id="{5357FD2E-78E6-D373-CA0C-38C7795F7454}"/>
              </a:ext>
            </a:extLst>
          </p:cNvPr>
          <p:cNvSpPr/>
          <p:nvPr/>
        </p:nvSpPr>
        <p:spPr>
          <a:xfrm>
            <a:off x="4373880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Merge Channels into Image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AAFC5306-4F14-562F-085E-68B982761BF9}"/>
              </a:ext>
            </a:extLst>
          </p:cNvPr>
          <p:cNvSpPr/>
          <p:nvPr/>
        </p:nvSpPr>
        <p:spPr>
          <a:xfrm>
            <a:off x="2478024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 Image to RGB</a:t>
            </a:r>
          </a:p>
        </p:txBody>
      </p: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BB405AA8-0D49-EDE9-A1B8-29C423760980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9523592" y="3240333"/>
            <a:ext cx="6423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Lige pilforbindelse 18">
            <a:extLst>
              <a:ext uri="{FF2B5EF4-FFF2-40B4-BE49-F238E27FC236}">
                <a16:creationId xmlns:a16="http://schemas.microsoft.com/office/drawing/2014/main" id="{366102A0-FF19-3853-4234-A9EBC3FD66B3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7627736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Lige pilforbindelse 19">
            <a:extLst>
              <a:ext uri="{FF2B5EF4-FFF2-40B4-BE49-F238E27FC236}">
                <a16:creationId xmlns:a16="http://schemas.microsoft.com/office/drawing/2014/main" id="{C8B69880-AFFE-98CF-2031-4CF8F7A8302B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5731880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CD9E575F-9880-7A52-CCB9-7AF03E3F5041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>
            <a:off x="3836024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8D6B9671-A27C-94A1-0F97-A6E2743D026F}"/>
                  </a:ext>
                </a:extLst>
              </p:cNvPr>
              <p:cNvSpPr txBox="1"/>
              <p:nvPr/>
            </p:nvSpPr>
            <p:spPr>
              <a:xfrm>
                <a:off x="465005" y="2868786"/>
                <a:ext cx="143020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Image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8D6B9671-A27C-94A1-0F97-A6E2743D0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005" y="2868786"/>
                <a:ext cx="1430200" cy="584775"/>
              </a:xfrm>
              <a:prstGeom prst="rect">
                <a:avLst/>
              </a:prstGeom>
              <a:blipFill>
                <a:blip r:embed="rId5"/>
                <a:stretch>
                  <a:fillRect l="-851" t="-3125" r="-851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Lige pilforbindelse 22">
            <a:extLst>
              <a:ext uri="{FF2B5EF4-FFF2-40B4-BE49-F238E27FC236}">
                <a16:creationId xmlns:a16="http://schemas.microsoft.com/office/drawing/2014/main" id="{46145817-75A1-AC00-6838-EBF0ABE2A162}"/>
              </a:ext>
            </a:extLst>
          </p:cNvPr>
          <p:cNvCxnSpPr>
            <a:cxnSpLocks/>
          </p:cNvCxnSpPr>
          <p:nvPr/>
        </p:nvCxnSpPr>
        <p:spPr>
          <a:xfrm flipH="1">
            <a:off x="1940168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ktangel 23">
            <a:extLst>
              <a:ext uri="{FF2B5EF4-FFF2-40B4-BE49-F238E27FC236}">
                <a16:creationId xmlns:a16="http://schemas.microsoft.com/office/drawing/2014/main" id="{141B7064-0EB2-8748-9C8E-90289F9D5C7D}"/>
              </a:ext>
            </a:extLst>
          </p:cNvPr>
          <p:cNvSpPr/>
          <p:nvPr/>
        </p:nvSpPr>
        <p:spPr>
          <a:xfrm>
            <a:off x="73152" y="1517903"/>
            <a:ext cx="11519597" cy="10277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ktangel 24">
            <a:extLst>
              <a:ext uri="{FF2B5EF4-FFF2-40B4-BE49-F238E27FC236}">
                <a16:creationId xmlns:a16="http://schemas.microsoft.com/office/drawing/2014/main" id="{F6C87049-1C41-8F5B-DF2C-24AF435C33EB}"/>
              </a:ext>
            </a:extLst>
          </p:cNvPr>
          <p:cNvSpPr/>
          <p:nvPr/>
        </p:nvSpPr>
        <p:spPr>
          <a:xfrm>
            <a:off x="73153" y="2754022"/>
            <a:ext cx="11519596" cy="10277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kstfelt 25">
            <a:extLst>
              <a:ext uri="{FF2B5EF4-FFF2-40B4-BE49-F238E27FC236}">
                <a16:creationId xmlns:a16="http://schemas.microsoft.com/office/drawing/2014/main" id="{C5B41EA6-B3E3-BABB-F780-C4D597D2F450}"/>
              </a:ext>
            </a:extLst>
          </p:cNvPr>
          <p:cNvSpPr txBox="1"/>
          <p:nvPr/>
        </p:nvSpPr>
        <p:spPr>
          <a:xfrm>
            <a:off x="0" y="1176456"/>
            <a:ext cx="4373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Compression Phase: Forward Transform</a:t>
            </a:r>
          </a:p>
        </p:txBody>
      </p:sp>
      <p:sp>
        <p:nvSpPr>
          <p:cNvPr id="27" name="Tekstfelt 26">
            <a:extLst>
              <a:ext uri="{FF2B5EF4-FFF2-40B4-BE49-F238E27FC236}">
                <a16:creationId xmlns:a16="http://schemas.microsoft.com/office/drawing/2014/main" id="{DAEEBDDF-78C5-A2F0-D462-D8D6544B4C07}"/>
              </a:ext>
            </a:extLst>
          </p:cNvPr>
          <p:cNvSpPr txBox="1"/>
          <p:nvPr/>
        </p:nvSpPr>
        <p:spPr>
          <a:xfrm>
            <a:off x="-14133" y="3734455"/>
            <a:ext cx="4490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Reconstruction Phase: Inverse Transform</a:t>
            </a:r>
          </a:p>
        </p:txBody>
      </p:sp>
      <p:sp>
        <p:nvSpPr>
          <p:cNvPr id="31" name="Rektangel 30">
            <a:extLst>
              <a:ext uri="{FF2B5EF4-FFF2-40B4-BE49-F238E27FC236}">
                <a16:creationId xmlns:a16="http://schemas.microsoft.com/office/drawing/2014/main" id="{E36F4D35-568D-31AD-FF5E-33F41DCAFE27}"/>
              </a:ext>
            </a:extLst>
          </p:cNvPr>
          <p:cNvSpPr/>
          <p:nvPr/>
        </p:nvSpPr>
        <p:spPr>
          <a:xfrm>
            <a:off x="10173787" y="1617040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Perform DCT on Blocks</a:t>
            </a:r>
            <a:endParaRPr lang="en-US" sz="16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ktangel 31">
            <a:extLst>
              <a:ext uri="{FF2B5EF4-FFF2-40B4-BE49-F238E27FC236}">
                <a16:creationId xmlns:a16="http://schemas.microsoft.com/office/drawing/2014/main" id="{61E01D2C-B10C-0DD6-7CD7-51FF85193427}"/>
              </a:ext>
            </a:extLst>
          </p:cNvPr>
          <p:cNvSpPr/>
          <p:nvPr/>
        </p:nvSpPr>
        <p:spPr>
          <a:xfrm>
            <a:off x="10165931" y="2860937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Perform Inverse DCT on Blocks</a:t>
            </a:r>
            <a:endParaRPr lang="en-US" sz="16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474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64CF-0D36-6099-ED98-FDF6FEA1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kstfelt 1">
                <a:extLst>
                  <a:ext uri="{FF2B5EF4-FFF2-40B4-BE49-F238E27FC236}">
                    <a16:creationId xmlns:a16="http://schemas.microsoft.com/office/drawing/2014/main" id="{6FFA59C6-8AAF-6741-68B2-EE8DC62A3E97}"/>
                  </a:ext>
                </a:extLst>
              </p:cNvPr>
              <p:cNvSpPr txBox="1"/>
              <p:nvPr/>
            </p:nvSpPr>
            <p:spPr>
              <a:xfrm>
                <a:off x="599250" y="1731561"/>
                <a:ext cx="135267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Input Image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kstfelt 1">
                <a:extLst>
                  <a:ext uri="{FF2B5EF4-FFF2-40B4-BE49-F238E27FC236}">
                    <a16:creationId xmlns:a16="http://schemas.microsoft.com/office/drawing/2014/main" id="{6FFA59C6-8AAF-6741-68B2-EE8DC62A3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50" y="1731561"/>
                <a:ext cx="1352678" cy="584775"/>
              </a:xfrm>
              <a:prstGeom prst="rect">
                <a:avLst/>
              </a:prstGeom>
              <a:blipFill>
                <a:blip r:embed="rId2"/>
                <a:stretch>
                  <a:fillRect t="-3125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ktangel 2">
            <a:extLst>
              <a:ext uri="{FF2B5EF4-FFF2-40B4-BE49-F238E27FC236}">
                <a16:creationId xmlns:a16="http://schemas.microsoft.com/office/drawing/2014/main" id="{557B6B15-BA6A-F1F7-21C9-8CB28485E15F}"/>
              </a:ext>
            </a:extLst>
          </p:cNvPr>
          <p:cNvSpPr/>
          <p:nvPr/>
        </p:nvSpPr>
        <p:spPr>
          <a:xfrm>
            <a:off x="2478024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 Image to YCbCr</a:t>
            </a:r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C8B54B63-5897-634D-D330-035A4AD59452}"/>
              </a:ext>
            </a:extLst>
          </p:cNvPr>
          <p:cNvSpPr/>
          <p:nvPr/>
        </p:nvSpPr>
        <p:spPr>
          <a:xfrm>
            <a:off x="4373880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Split Image into Channels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5B843EA-9CBE-C18D-CC41-A398B39D2CD7}"/>
              </a:ext>
            </a:extLst>
          </p:cNvPr>
          <p:cNvSpPr/>
          <p:nvPr/>
        </p:nvSpPr>
        <p:spPr>
          <a:xfrm>
            <a:off x="6269736" y="1617041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Forward DCT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ktangel 5">
                <a:extLst>
                  <a:ext uri="{FF2B5EF4-FFF2-40B4-BE49-F238E27FC236}">
                    <a16:creationId xmlns:a16="http://schemas.microsoft.com/office/drawing/2014/main" id="{2CE59394-66C3-E7DC-1B5C-BEDD1D8C3976}"/>
                  </a:ext>
                </a:extLst>
              </p:cNvPr>
              <p:cNvSpPr/>
              <p:nvPr/>
            </p:nvSpPr>
            <p:spPr>
              <a:xfrm>
                <a:off x="8165592" y="1617041"/>
                <a:ext cx="1358000" cy="8138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Divide Each Block With </a:t>
                </a:r>
                <a14:m>
                  <m:oMath xmlns:m="http://schemas.openxmlformats.org/officeDocument/2006/math">
                    <m:r>
                      <a:rPr lang="da-DK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𝑞</m:t>
                    </m:r>
                  </m:oMath>
                </a14:m>
                <a:endParaRPr lang="en-US" sz="16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Rektangel 5">
                <a:extLst>
                  <a:ext uri="{FF2B5EF4-FFF2-40B4-BE49-F238E27FC236}">
                    <a16:creationId xmlns:a16="http://schemas.microsoft.com/office/drawing/2014/main" id="{2CE59394-66C3-E7DC-1B5C-BEDD1D8C39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5592" y="1617041"/>
                <a:ext cx="1358000" cy="813816"/>
              </a:xfrm>
              <a:prstGeom prst="rect">
                <a:avLst/>
              </a:prstGeom>
              <a:blipFill>
                <a:blip r:embed="rId3"/>
                <a:stretch>
                  <a:fillRect l="-889" r="-2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Lige pilforbindelse 6">
            <a:extLst>
              <a:ext uri="{FF2B5EF4-FFF2-40B4-BE49-F238E27FC236}">
                <a16:creationId xmlns:a16="http://schemas.microsoft.com/office/drawing/2014/main" id="{AA7CE005-1607-44DD-8B89-AD3BF45E34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951928" y="2023949"/>
            <a:ext cx="5260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Lige pilforbindelse 7">
            <a:extLst>
              <a:ext uri="{FF2B5EF4-FFF2-40B4-BE49-F238E27FC236}">
                <a16:creationId xmlns:a16="http://schemas.microsoft.com/office/drawing/2014/main" id="{D0B7D220-9C42-71E4-8E2F-923E302C1699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3836024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Lige pilforbindelse 8">
            <a:extLst>
              <a:ext uri="{FF2B5EF4-FFF2-40B4-BE49-F238E27FC236}">
                <a16:creationId xmlns:a16="http://schemas.microsoft.com/office/drawing/2014/main" id="{AD34C8B9-9837-5335-175C-1C734AD6AAA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5731880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Lige pilforbindelse 9">
            <a:extLst>
              <a:ext uri="{FF2B5EF4-FFF2-40B4-BE49-F238E27FC236}">
                <a16:creationId xmlns:a16="http://schemas.microsoft.com/office/drawing/2014/main" id="{CCEDDA34-2E0D-BD1E-C4F9-F0100C311E2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27736" y="2023949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Lige pilforbindelse 10">
            <a:extLst>
              <a:ext uri="{FF2B5EF4-FFF2-40B4-BE49-F238E27FC236}">
                <a16:creationId xmlns:a16="http://schemas.microsoft.com/office/drawing/2014/main" id="{19662D59-23B9-1F44-4589-57FD7DFD6B0B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9523592" y="2023948"/>
            <a:ext cx="64233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ktangel 13">
                <a:extLst>
                  <a:ext uri="{FF2B5EF4-FFF2-40B4-BE49-F238E27FC236}">
                    <a16:creationId xmlns:a16="http://schemas.microsoft.com/office/drawing/2014/main" id="{0ED9FDA7-F11F-DF13-9BD9-C0C8DA07F3D5}"/>
                  </a:ext>
                </a:extLst>
              </p:cNvPr>
              <p:cNvSpPr/>
              <p:nvPr/>
            </p:nvSpPr>
            <p:spPr>
              <a:xfrm>
                <a:off x="8165592" y="2833425"/>
                <a:ext cx="1358000" cy="8138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noProof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Multiply Each Block With </a:t>
                </a:r>
                <a14:m>
                  <m:oMath xmlns:m="http://schemas.openxmlformats.org/officeDocument/2006/math">
                    <m:r>
                      <a:rPr lang="da-DK" sz="1600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𝑞</m:t>
                    </m:r>
                  </m:oMath>
                </a14:m>
                <a:endParaRPr lang="en-US" sz="16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Rektangel 13">
                <a:extLst>
                  <a:ext uri="{FF2B5EF4-FFF2-40B4-BE49-F238E27FC236}">
                    <a16:creationId xmlns:a16="http://schemas.microsoft.com/office/drawing/2014/main" id="{0ED9FDA7-F11F-DF13-9BD9-C0C8DA07F3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5592" y="2833425"/>
                <a:ext cx="1358000" cy="813816"/>
              </a:xfrm>
              <a:prstGeom prst="rect">
                <a:avLst/>
              </a:prstGeom>
              <a:blipFill>
                <a:blip r:embed="rId4"/>
                <a:stretch>
                  <a:fillRect t="-2206" r="-444" b="-882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ktangel 14">
            <a:extLst>
              <a:ext uri="{FF2B5EF4-FFF2-40B4-BE49-F238E27FC236}">
                <a16:creationId xmlns:a16="http://schemas.microsoft.com/office/drawing/2014/main" id="{6624A8E1-6B1F-BEF3-7AEB-DBD69BDBDE0C}"/>
              </a:ext>
            </a:extLst>
          </p:cNvPr>
          <p:cNvSpPr/>
          <p:nvPr/>
        </p:nvSpPr>
        <p:spPr>
          <a:xfrm>
            <a:off x="6269736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Inverse DCT Transform</a:t>
            </a:r>
          </a:p>
        </p:txBody>
      </p:sp>
      <p:sp>
        <p:nvSpPr>
          <p:cNvPr id="16" name="Rektangel 15">
            <a:extLst>
              <a:ext uri="{FF2B5EF4-FFF2-40B4-BE49-F238E27FC236}">
                <a16:creationId xmlns:a16="http://schemas.microsoft.com/office/drawing/2014/main" id="{2D81DEEC-BF15-946B-281E-DBA88C14B35C}"/>
              </a:ext>
            </a:extLst>
          </p:cNvPr>
          <p:cNvSpPr/>
          <p:nvPr/>
        </p:nvSpPr>
        <p:spPr>
          <a:xfrm>
            <a:off x="4373880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Merge Channels into Image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15D4DB3A-017E-780B-0E14-FEDCA6C31643}"/>
              </a:ext>
            </a:extLst>
          </p:cNvPr>
          <p:cNvSpPr/>
          <p:nvPr/>
        </p:nvSpPr>
        <p:spPr>
          <a:xfrm>
            <a:off x="2478024" y="2833425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 Image to RGB</a:t>
            </a:r>
          </a:p>
        </p:txBody>
      </p:sp>
      <p:cxnSp>
        <p:nvCxnSpPr>
          <p:cNvPr id="19" name="Lige pilforbindelse 18">
            <a:extLst>
              <a:ext uri="{FF2B5EF4-FFF2-40B4-BE49-F238E27FC236}">
                <a16:creationId xmlns:a16="http://schemas.microsoft.com/office/drawing/2014/main" id="{96F7C192-9C88-EBD6-F5C7-D95ACD1B625B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7627736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Lige pilforbindelse 19">
            <a:extLst>
              <a:ext uri="{FF2B5EF4-FFF2-40B4-BE49-F238E27FC236}">
                <a16:creationId xmlns:a16="http://schemas.microsoft.com/office/drawing/2014/main" id="{AB3720E9-28CE-1EFC-7D36-A6E161AF5DF3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5731880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Lige pilforbindelse 20">
            <a:extLst>
              <a:ext uri="{FF2B5EF4-FFF2-40B4-BE49-F238E27FC236}">
                <a16:creationId xmlns:a16="http://schemas.microsoft.com/office/drawing/2014/main" id="{F59F2739-EDB5-DD10-0D06-D6EA2DE249D0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>
            <a:off x="3836024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01742358-1A6F-6403-C53A-58012EBFA599}"/>
                  </a:ext>
                </a:extLst>
              </p:cNvPr>
              <p:cNvSpPr txBox="1"/>
              <p:nvPr/>
            </p:nvSpPr>
            <p:spPr>
              <a:xfrm>
                <a:off x="465005" y="2868786"/>
                <a:ext cx="143020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Image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da-DK" sz="1600" b="0" i="1" noProof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2" name="Tekstfelt 21">
                <a:extLst>
                  <a:ext uri="{FF2B5EF4-FFF2-40B4-BE49-F238E27FC236}">
                    <a16:creationId xmlns:a16="http://schemas.microsoft.com/office/drawing/2014/main" id="{01742358-1A6F-6403-C53A-58012EBFA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005" y="2868786"/>
                <a:ext cx="1430200" cy="584775"/>
              </a:xfrm>
              <a:prstGeom prst="rect">
                <a:avLst/>
              </a:prstGeom>
              <a:blipFill>
                <a:blip r:embed="rId5"/>
                <a:stretch>
                  <a:fillRect l="-851" t="-3125" r="-851"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Lige pilforbindelse 22">
            <a:extLst>
              <a:ext uri="{FF2B5EF4-FFF2-40B4-BE49-F238E27FC236}">
                <a16:creationId xmlns:a16="http://schemas.microsoft.com/office/drawing/2014/main" id="{C5B1201C-A568-7049-E69F-62C945FBAF16}"/>
              </a:ext>
            </a:extLst>
          </p:cNvPr>
          <p:cNvCxnSpPr>
            <a:cxnSpLocks/>
          </p:cNvCxnSpPr>
          <p:nvPr/>
        </p:nvCxnSpPr>
        <p:spPr>
          <a:xfrm flipH="1">
            <a:off x="1940168" y="3240333"/>
            <a:ext cx="5378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ktangel 23">
            <a:extLst>
              <a:ext uri="{FF2B5EF4-FFF2-40B4-BE49-F238E27FC236}">
                <a16:creationId xmlns:a16="http://schemas.microsoft.com/office/drawing/2014/main" id="{DBBB70E3-9F4F-4F56-FCAD-2AC08C5338A1}"/>
              </a:ext>
            </a:extLst>
          </p:cNvPr>
          <p:cNvSpPr/>
          <p:nvPr/>
        </p:nvSpPr>
        <p:spPr>
          <a:xfrm>
            <a:off x="73152" y="1517903"/>
            <a:ext cx="11519597" cy="10277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ktangel 24">
            <a:extLst>
              <a:ext uri="{FF2B5EF4-FFF2-40B4-BE49-F238E27FC236}">
                <a16:creationId xmlns:a16="http://schemas.microsoft.com/office/drawing/2014/main" id="{25280AAF-F590-3375-26C5-AA2825780A89}"/>
              </a:ext>
            </a:extLst>
          </p:cNvPr>
          <p:cNvSpPr/>
          <p:nvPr/>
        </p:nvSpPr>
        <p:spPr>
          <a:xfrm>
            <a:off x="73153" y="2754022"/>
            <a:ext cx="11519596" cy="10277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kstfelt 25">
            <a:extLst>
              <a:ext uri="{FF2B5EF4-FFF2-40B4-BE49-F238E27FC236}">
                <a16:creationId xmlns:a16="http://schemas.microsoft.com/office/drawing/2014/main" id="{A12F4068-72BB-E483-CFDD-2BCDC06995DD}"/>
              </a:ext>
            </a:extLst>
          </p:cNvPr>
          <p:cNvSpPr txBox="1"/>
          <p:nvPr/>
        </p:nvSpPr>
        <p:spPr>
          <a:xfrm>
            <a:off x="0" y="1176456"/>
            <a:ext cx="5972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Compression Phase: Forward Transform &amp; Quantization</a:t>
            </a:r>
          </a:p>
        </p:txBody>
      </p:sp>
      <p:sp>
        <p:nvSpPr>
          <p:cNvPr id="27" name="Tekstfelt 26">
            <a:extLst>
              <a:ext uri="{FF2B5EF4-FFF2-40B4-BE49-F238E27FC236}">
                <a16:creationId xmlns:a16="http://schemas.microsoft.com/office/drawing/2014/main" id="{145F72F6-D050-F4F6-50CD-ABC4F39611D0}"/>
              </a:ext>
            </a:extLst>
          </p:cNvPr>
          <p:cNvSpPr txBox="1"/>
          <p:nvPr/>
        </p:nvSpPr>
        <p:spPr>
          <a:xfrm>
            <a:off x="-14133" y="3734455"/>
            <a:ext cx="4490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Reconstruction Phase: Inverse Transform</a:t>
            </a:r>
          </a:p>
        </p:txBody>
      </p:sp>
      <p:sp>
        <p:nvSpPr>
          <p:cNvPr id="31" name="Rektangel 30">
            <a:extLst>
              <a:ext uri="{FF2B5EF4-FFF2-40B4-BE49-F238E27FC236}">
                <a16:creationId xmlns:a16="http://schemas.microsoft.com/office/drawing/2014/main" id="{E2FE755D-18C6-08A1-571B-A42CC0401BE9}"/>
              </a:ext>
            </a:extLst>
          </p:cNvPr>
          <p:cNvSpPr/>
          <p:nvPr/>
        </p:nvSpPr>
        <p:spPr>
          <a:xfrm>
            <a:off x="10173787" y="1617040"/>
            <a:ext cx="1358000" cy="813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 Block Pixel Values</a:t>
            </a:r>
            <a:endParaRPr lang="en-US" sz="16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783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CDDEA-BA0F-BA81-C7F6-D5A015544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ruppe 158">
            <a:extLst>
              <a:ext uri="{FF2B5EF4-FFF2-40B4-BE49-F238E27FC236}">
                <a16:creationId xmlns:a16="http://schemas.microsoft.com/office/drawing/2014/main" id="{B954445F-3D23-97F6-F202-9E0568DB8A82}"/>
              </a:ext>
            </a:extLst>
          </p:cNvPr>
          <p:cNvGrpSpPr/>
          <p:nvPr/>
        </p:nvGrpSpPr>
        <p:grpSpPr>
          <a:xfrm>
            <a:off x="3269995" y="2709000"/>
            <a:ext cx="1440000" cy="1440000"/>
            <a:chOff x="2368296" y="1170432"/>
            <a:chExt cx="1440000" cy="1440000"/>
          </a:xfrm>
        </p:grpSpPr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F8454667-F24E-FF8A-AECB-43258040A97C}"/>
                </a:ext>
              </a:extLst>
            </p:cNvPr>
            <p:cNvSpPr/>
            <p:nvPr/>
          </p:nvSpPr>
          <p:spPr>
            <a:xfrm>
              <a:off x="236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A9314268-4270-1083-EC67-3B886135F050}"/>
                </a:ext>
              </a:extLst>
            </p:cNvPr>
            <p:cNvSpPr/>
            <p:nvPr/>
          </p:nvSpPr>
          <p:spPr>
            <a:xfrm>
              <a:off x="254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ktangel 17">
              <a:extLst>
                <a:ext uri="{FF2B5EF4-FFF2-40B4-BE49-F238E27FC236}">
                  <a16:creationId xmlns:a16="http://schemas.microsoft.com/office/drawing/2014/main" id="{DEBF9E88-7566-1ACB-2B4E-A5B4E07521CA}"/>
                </a:ext>
              </a:extLst>
            </p:cNvPr>
            <p:cNvSpPr/>
            <p:nvPr/>
          </p:nvSpPr>
          <p:spPr>
            <a:xfrm>
              <a:off x="272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Rektangel 27">
              <a:extLst>
                <a:ext uri="{FF2B5EF4-FFF2-40B4-BE49-F238E27FC236}">
                  <a16:creationId xmlns:a16="http://schemas.microsoft.com/office/drawing/2014/main" id="{23D03B07-5290-9543-74BA-28F5EF8D1A20}"/>
                </a:ext>
              </a:extLst>
            </p:cNvPr>
            <p:cNvSpPr/>
            <p:nvPr/>
          </p:nvSpPr>
          <p:spPr>
            <a:xfrm>
              <a:off x="290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Rektangel 28">
              <a:extLst>
                <a:ext uri="{FF2B5EF4-FFF2-40B4-BE49-F238E27FC236}">
                  <a16:creationId xmlns:a16="http://schemas.microsoft.com/office/drawing/2014/main" id="{DB9F0A1C-1ED3-938E-1421-82AB1C2FEC69}"/>
                </a:ext>
              </a:extLst>
            </p:cNvPr>
            <p:cNvSpPr/>
            <p:nvPr/>
          </p:nvSpPr>
          <p:spPr>
            <a:xfrm>
              <a:off x="308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Rektangel 29">
              <a:extLst>
                <a:ext uri="{FF2B5EF4-FFF2-40B4-BE49-F238E27FC236}">
                  <a16:creationId xmlns:a16="http://schemas.microsoft.com/office/drawing/2014/main" id="{60EA133F-0151-9BCD-48DA-D5516D590960}"/>
                </a:ext>
              </a:extLst>
            </p:cNvPr>
            <p:cNvSpPr/>
            <p:nvPr/>
          </p:nvSpPr>
          <p:spPr>
            <a:xfrm>
              <a:off x="326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Rektangel 31">
              <a:extLst>
                <a:ext uri="{FF2B5EF4-FFF2-40B4-BE49-F238E27FC236}">
                  <a16:creationId xmlns:a16="http://schemas.microsoft.com/office/drawing/2014/main" id="{9110AD26-9531-C4F8-51B4-D9A877BE6A54}"/>
                </a:ext>
              </a:extLst>
            </p:cNvPr>
            <p:cNvSpPr/>
            <p:nvPr/>
          </p:nvSpPr>
          <p:spPr>
            <a:xfrm>
              <a:off x="344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Rektangel 32">
              <a:extLst>
                <a:ext uri="{FF2B5EF4-FFF2-40B4-BE49-F238E27FC236}">
                  <a16:creationId xmlns:a16="http://schemas.microsoft.com/office/drawing/2014/main" id="{63945A5C-44B1-E4B2-2D2D-ED35DBEC9938}"/>
                </a:ext>
              </a:extLst>
            </p:cNvPr>
            <p:cNvSpPr/>
            <p:nvPr/>
          </p:nvSpPr>
          <p:spPr>
            <a:xfrm>
              <a:off x="362829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Rektangel 33">
              <a:extLst>
                <a:ext uri="{FF2B5EF4-FFF2-40B4-BE49-F238E27FC236}">
                  <a16:creationId xmlns:a16="http://schemas.microsoft.com/office/drawing/2014/main" id="{DC01B23A-8A45-2200-1AA4-DABF9D7B6C4E}"/>
                </a:ext>
              </a:extLst>
            </p:cNvPr>
            <p:cNvSpPr/>
            <p:nvPr/>
          </p:nvSpPr>
          <p:spPr>
            <a:xfrm>
              <a:off x="236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Rektangel 34">
              <a:extLst>
                <a:ext uri="{FF2B5EF4-FFF2-40B4-BE49-F238E27FC236}">
                  <a16:creationId xmlns:a16="http://schemas.microsoft.com/office/drawing/2014/main" id="{A9B15259-4FC4-4655-CE33-AAF9F487D255}"/>
                </a:ext>
              </a:extLst>
            </p:cNvPr>
            <p:cNvSpPr/>
            <p:nvPr/>
          </p:nvSpPr>
          <p:spPr>
            <a:xfrm>
              <a:off x="254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Rektangel 35">
              <a:extLst>
                <a:ext uri="{FF2B5EF4-FFF2-40B4-BE49-F238E27FC236}">
                  <a16:creationId xmlns:a16="http://schemas.microsoft.com/office/drawing/2014/main" id="{60AC3BDA-692C-9F64-80BD-523EC5664FA9}"/>
                </a:ext>
              </a:extLst>
            </p:cNvPr>
            <p:cNvSpPr/>
            <p:nvPr/>
          </p:nvSpPr>
          <p:spPr>
            <a:xfrm>
              <a:off x="272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ektangel 36">
              <a:extLst>
                <a:ext uri="{FF2B5EF4-FFF2-40B4-BE49-F238E27FC236}">
                  <a16:creationId xmlns:a16="http://schemas.microsoft.com/office/drawing/2014/main" id="{92E9CFBF-BE7E-EAAE-0550-D70F76C2197C}"/>
                </a:ext>
              </a:extLst>
            </p:cNvPr>
            <p:cNvSpPr/>
            <p:nvPr/>
          </p:nvSpPr>
          <p:spPr>
            <a:xfrm>
              <a:off x="290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Rektangel 37">
              <a:extLst>
                <a:ext uri="{FF2B5EF4-FFF2-40B4-BE49-F238E27FC236}">
                  <a16:creationId xmlns:a16="http://schemas.microsoft.com/office/drawing/2014/main" id="{898D058B-3EEF-23F1-D788-CCF9705BC8B6}"/>
                </a:ext>
              </a:extLst>
            </p:cNvPr>
            <p:cNvSpPr/>
            <p:nvPr/>
          </p:nvSpPr>
          <p:spPr>
            <a:xfrm>
              <a:off x="308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Rektangel 38">
              <a:extLst>
                <a:ext uri="{FF2B5EF4-FFF2-40B4-BE49-F238E27FC236}">
                  <a16:creationId xmlns:a16="http://schemas.microsoft.com/office/drawing/2014/main" id="{27D56D28-7C12-8528-8F64-E9BEA500F26C}"/>
                </a:ext>
              </a:extLst>
            </p:cNvPr>
            <p:cNvSpPr/>
            <p:nvPr/>
          </p:nvSpPr>
          <p:spPr>
            <a:xfrm>
              <a:off x="326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Rektangel 39">
              <a:extLst>
                <a:ext uri="{FF2B5EF4-FFF2-40B4-BE49-F238E27FC236}">
                  <a16:creationId xmlns:a16="http://schemas.microsoft.com/office/drawing/2014/main" id="{CED2A465-7961-A908-139A-78F084B5C51D}"/>
                </a:ext>
              </a:extLst>
            </p:cNvPr>
            <p:cNvSpPr/>
            <p:nvPr/>
          </p:nvSpPr>
          <p:spPr>
            <a:xfrm>
              <a:off x="344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Rektangel 40">
              <a:extLst>
                <a:ext uri="{FF2B5EF4-FFF2-40B4-BE49-F238E27FC236}">
                  <a16:creationId xmlns:a16="http://schemas.microsoft.com/office/drawing/2014/main" id="{DDD896DD-4106-C2B1-4400-582886C37D92}"/>
                </a:ext>
              </a:extLst>
            </p:cNvPr>
            <p:cNvSpPr/>
            <p:nvPr/>
          </p:nvSpPr>
          <p:spPr>
            <a:xfrm>
              <a:off x="362829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Rektangel 41">
              <a:extLst>
                <a:ext uri="{FF2B5EF4-FFF2-40B4-BE49-F238E27FC236}">
                  <a16:creationId xmlns:a16="http://schemas.microsoft.com/office/drawing/2014/main" id="{5559DF30-2F03-E81E-2EE9-B8FB81B6D93E}"/>
                </a:ext>
              </a:extLst>
            </p:cNvPr>
            <p:cNvSpPr/>
            <p:nvPr/>
          </p:nvSpPr>
          <p:spPr>
            <a:xfrm>
              <a:off x="236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Rektangel 42">
              <a:extLst>
                <a:ext uri="{FF2B5EF4-FFF2-40B4-BE49-F238E27FC236}">
                  <a16:creationId xmlns:a16="http://schemas.microsoft.com/office/drawing/2014/main" id="{B4AED169-A747-6C37-F3DA-6D97B1E4C771}"/>
                </a:ext>
              </a:extLst>
            </p:cNvPr>
            <p:cNvSpPr/>
            <p:nvPr/>
          </p:nvSpPr>
          <p:spPr>
            <a:xfrm>
              <a:off x="254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Rektangel 43">
              <a:extLst>
                <a:ext uri="{FF2B5EF4-FFF2-40B4-BE49-F238E27FC236}">
                  <a16:creationId xmlns:a16="http://schemas.microsoft.com/office/drawing/2014/main" id="{A04E4FD1-6406-EF3B-DB41-891A932D15A0}"/>
                </a:ext>
              </a:extLst>
            </p:cNvPr>
            <p:cNvSpPr/>
            <p:nvPr/>
          </p:nvSpPr>
          <p:spPr>
            <a:xfrm>
              <a:off x="272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Rektangel 44">
              <a:extLst>
                <a:ext uri="{FF2B5EF4-FFF2-40B4-BE49-F238E27FC236}">
                  <a16:creationId xmlns:a16="http://schemas.microsoft.com/office/drawing/2014/main" id="{DD4EEF0C-5F1F-FA42-002E-324DD93BD16D}"/>
                </a:ext>
              </a:extLst>
            </p:cNvPr>
            <p:cNvSpPr/>
            <p:nvPr/>
          </p:nvSpPr>
          <p:spPr>
            <a:xfrm>
              <a:off x="290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Rektangel 45">
              <a:extLst>
                <a:ext uri="{FF2B5EF4-FFF2-40B4-BE49-F238E27FC236}">
                  <a16:creationId xmlns:a16="http://schemas.microsoft.com/office/drawing/2014/main" id="{5DDC67A1-11BE-B6D1-1FAB-781126A7B7A9}"/>
                </a:ext>
              </a:extLst>
            </p:cNvPr>
            <p:cNvSpPr/>
            <p:nvPr/>
          </p:nvSpPr>
          <p:spPr>
            <a:xfrm>
              <a:off x="308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Rektangel 46">
              <a:extLst>
                <a:ext uri="{FF2B5EF4-FFF2-40B4-BE49-F238E27FC236}">
                  <a16:creationId xmlns:a16="http://schemas.microsoft.com/office/drawing/2014/main" id="{8004C439-CC6E-BD15-555B-72E55D0D9BDF}"/>
                </a:ext>
              </a:extLst>
            </p:cNvPr>
            <p:cNvSpPr/>
            <p:nvPr/>
          </p:nvSpPr>
          <p:spPr>
            <a:xfrm>
              <a:off x="326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Rektangel 47">
              <a:extLst>
                <a:ext uri="{FF2B5EF4-FFF2-40B4-BE49-F238E27FC236}">
                  <a16:creationId xmlns:a16="http://schemas.microsoft.com/office/drawing/2014/main" id="{50124ACD-AF7A-C592-5119-96FDF1115D71}"/>
                </a:ext>
              </a:extLst>
            </p:cNvPr>
            <p:cNvSpPr/>
            <p:nvPr/>
          </p:nvSpPr>
          <p:spPr>
            <a:xfrm>
              <a:off x="344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Rektangel 48">
              <a:extLst>
                <a:ext uri="{FF2B5EF4-FFF2-40B4-BE49-F238E27FC236}">
                  <a16:creationId xmlns:a16="http://schemas.microsoft.com/office/drawing/2014/main" id="{9DB616AC-C545-E1C6-BC3A-406A5B6CB682}"/>
                </a:ext>
              </a:extLst>
            </p:cNvPr>
            <p:cNvSpPr/>
            <p:nvPr/>
          </p:nvSpPr>
          <p:spPr>
            <a:xfrm>
              <a:off x="362829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Rektangel 49">
              <a:extLst>
                <a:ext uri="{FF2B5EF4-FFF2-40B4-BE49-F238E27FC236}">
                  <a16:creationId xmlns:a16="http://schemas.microsoft.com/office/drawing/2014/main" id="{7253BEDA-24BD-6D58-EAA7-DE8D10FF674B}"/>
                </a:ext>
              </a:extLst>
            </p:cNvPr>
            <p:cNvSpPr/>
            <p:nvPr/>
          </p:nvSpPr>
          <p:spPr>
            <a:xfrm>
              <a:off x="236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Rektangel 50">
              <a:extLst>
                <a:ext uri="{FF2B5EF4-FFF2-40B4-BE49-F238E27FC236}">
                  <a16:creationId xmlns:a16="http://schemas.microsoft.com/office/drawing/2014/main" id="{8ABF0807-4519-F4AF-3A37-AABD04ECA3B4}"/>
                </a:ext>
              </a:extLst>
            </p:cNvPr>
            <p:cNvSpPr/>
            <p:nvPr/>
          </p:nvSpPr>
          <p:spPr>
            <a:xfrm>
              <a:off x="254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Rektangel 51">
              <a:extLst>
                <a:ext uri="{FF2B5EF4-FFF2-40B4-BE49-F238E27FC236}">
                  <a16:creationId xmlns:a16="http://schemas.microsoft.com/office/drawing/2014/main" id="{F80CCBC0-368C-2837-262F-15A839E8DB63}"/>
                </a:ext>
              </a:extLst>
            </p:cNvPr>
            <p:cNvSpPr/>
            <p:nvPr/>
          </p:nvSpPr>
          <p:spPr>
            <a:xfrm>
              <a:off x="272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Rektangel 52">
              <a:extLst>
                <a:ext uri="{FF2B5EF4-FFF2-40B4-BE49-F238E27FC236}">
                  <a16:creationId xmlns:a16="http://schemas.microsoft.com/office/drawing/2014/main" id="{5D3B9FC9-BEE4-9C9A-BD8E-6C564ECE4D78}"/>
                </a:ext>
              </a:extLst>
            </p:cNvPr>
            <p:cNvSpPr/>
            <p:nvPr/>
          </p:nvSpPr>
          <p:spPr>
            <a:xfrm>
              <a:off x="290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Rektangel 53">
              <a:extLst>
                <a:ext uri="{FF2B5EF4-FFF2-40B4-BE49-F238E27FC236}">
                  <a16:creationId xmlns:a16="http://schemas.microsoft.com/office/drawing/2014/main" id="{9C506A25-8557-2D50-DCD8-A8B7AD71E09F}"/>
                </a:ext>
              </a:extLst>
            </p:cNvPr>
            <p:cNvSpPr/>
            <p:nvPr/>
          </p:nvSpPr>
          <p:spPr>
            <a:xfrm>
              <a:off x="308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Rektangel 54">
              <a:extLst>
                <a:ext uri="{FF2B5EF4-FFF2-40B4-BE49-F238E27FC236}">
                  <a16:creationId xmlns:a16="http://schemas.microsoft.com/office/drawing/2014/main" id="{40815881-D464-2438-4D3A-77213C09FCAB}"/>
                </a:ext>
              </a:extLst>
            </p:cNvPr>
            <p:cNvSpPr/>
            <p:nvPr/>
          </p:nvSpPr>
          <p:spPr>
            <a:xfrm>
              <a:off x="326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Rektangel 55">
              <a:extLst>
                <a:ext uri="{FF2B5EF4-FFF2-40B4-BE49-F238E27FC236}">
                  <a16:creationId xmlns:a16="http://schemas.microsoft.com/office/drawing/2014/main" id="{42B05F25-A559-C312-F47E-59E5F805054B}"/>
                </a:ext>
              </a:extLst>
            </p:cNvPr>
            <p:cNvSpPr/>
            <p:nvPr/>
          </p:nvSpPr>
          <p:spPr>
            <a:xfrm>
              <a:off x="344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Rektangel 56">
              <a:extLst>
                <a:ext uri="{FF2B5EF4-FFF2-40B4-BE49-F238E27FC236}">
                  <a16:creationId xmlns:a16="http://schemas.microsoft.com/office/drawing/2014/main" id="{F6DDB96B-E90F-3935-BC63-46945468C7FE}"/>
                </a:ext>
              </a:extLst>
            </p:cNvPr>
            <p:cNvSpPr/>
            <p:nvPr/>
          </p:nvSpPr>
          <p:spPr>
            <a:xfrm>
              <a:off x="362829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Rektangel 57">
              <a:extLst>
                <a:ext uri="{FF2B5EF4-FFF2-40B4-BE49-F238E27FC236}">
                  <a16:creationId xmlns:a16="http://schemas.microsoft.com/office/drawing/2014/main" id="{5259D605-24E6-4BF3-6CCE-96036B62F9AB}"/>
                </a:ext>
              </a:extLst>
            </p:cNvPr>
            <p:cNvSpPr/>
            <p:nvPr/>
          </p:nvSpPr>
          <p:spPr>
            <a:xfrm>
              <a:off x="236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Rektangel 58">
              <a:extLst>
                <a:ext uri="{FF2B5EF4-FFF2-40B4-BE49-F238E27FC236}">
                  <a16:creationId xmlns:a16="http://schemas.microsoft.com/office/drawing/2014/main" id="{0983058E-1B81-0141-49BC-7ADFC7AC8B29}"/>
                </a:ext>
              </a:extLst>
            </p:cNvPr>
            <p:cNvSpPr/>
            <p:nvPr/>
          </p:nvSpPr>
          <p:spPr>
            <a:xfrm>
              <a:off x="254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Rektangel 59">
              <a:extLst>
                <a:ext uri="{FF2B5EF4-FFF2-40B4-BE49-F238E27FC236}">
                  <a16:creationId xmlns:a16="http://schemas.microsoft.com/office/drawing/2014/main" id="{592DBA90-1DF0-909E-D255-1B882A4AFAFE}"/>
                </a:ext>
              </a:extLst>
            </p:cNvPr>
            <p:cNvSpPr/>
            <p:nvPr/>
          </p:nvSpPr>
          <p:spPr>
            <a:xfrm>
              <a:off x="272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Rektangel 60">
              <a:extLst>
                <a:ext uri="{FF2B5EF4-FFF2-40B4-BE49-F238E27FC236}">
                  <a16:creationId xmlns:a16="http://schemas.microsoft.com/office/drawing/2014/main" id="{0B927897-87CB-4AED-FBA3-27BCB22168D6}"/>
                </a:ext>
              </a:extLst>
            </p:cNvPr>
            <p:cNvSpPr/>
            <p:nvPr/>
          </p:nvSpPr>
          <p:spPr>
            <a:xfrm>
              <a:off x="290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Rektangel 61">
              <a:extLst>
                <a:ext uri="{FF2B5EF4-FFF2-40B4-BE49-F238E27FC236}">
                  <a16:creationId xmlns:a16="http://schemas.microsoft.com/office/drawing/2014/main" id="{30C9852A-0032-FF37-42CA-91592BDF4BCA}"/>
                </a:ext>
              </a:extLst>
            </p:cNvPr>
            <p:cNvSpPr/>
            <p:nvPr/>
          </p:nvSpPr>
          <p:spPr>
            <a:xfrm>
              <a:off x="308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Rektangel 62">
              <a:extLst>
                <a:ext uri="{FF2B5EF4-FFF2-40B4-BE49-F238E27FC236}">
                  <a16:creationId xmlns:a16="http://schemas.microsoft.com/office/drawing/2014/main" id="{22F3491A-1B71-3C94-BCB6-7072E06EB323}"/>
                </a:ext>
              </a:extLst>
            </p:cNvPr>
            <p:cNvSpPr/>
            <p:nvPr/>
          </p:nvSpPr>
          <p:spPr>
            <a:xfrm>
              <a:off x="326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Rektangel 63">
              <a:extLst>
                <a:ext uri="{FF2B5EF4-FFF2-40B4-BE49-F238E27FC236}">
                  <a16:creationId xmlns:a16="http://schemas.microsoft.com/office/drawing/2014/main" id="{E235195C-2461-68B3-3939-C2636C8E33A6}"/>
                </a:ext>
              </a:extLst>
            </p:cNvPr>
            <p:cNvSpPr/>
            <p:nvPr/>
          </p:nvSpPr>
          <p:spPr>
            <a:xfrm>
              <a:off x="344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Rektangel 64">
              <a:extLst>
                <a:ext uri="{FF2B5EF4-FFF2-40B4-BE49-F238E27FC236}">
                  <a16:creationId xmlns:a16="http://schemas.microsoft.com/office/drawing/2014/main" id="{14F38D01-F3F8-8D28-CC6E-D470BF445AAE}"/>
                </a:ext>
              </a:extLst>
            </p:cNvPr>
            <p:cNvSpPr/>
            <p:nvPr/>
          </p:nvSpPr>
          <p:spPr>
            <a:xfrm>
              <a:off x="362829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Rektangel 65">
              <a:extLst>
                <a:ext uri="{FF2B5EF4-FFF2-40B4-BE49-F238E27FC236}">
                  <a16:creationId xmlns:a16="http://schemas.microsoft.com/office/drawing/2014/main" id="{284D1BFF-52ED-A938-B4E2-31A4B2D72FA9}"/>
                </a:ext>
              </a:extLst>
            </p:cNvPr>
            <p:cNvSpPr/>
            <p:nvPr/>
          </p:nvSpPr>
          <p:spPr>
            <a:xfrm>
              <a:off x="236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Rektangel 66">
              <a:extLst>
                <a:ext uri="{FF2B5EF4-FFF2-40B4-BE49-F238E27FC236}">
                  <a16:creationId xmlns:a16="http://schemas.microsoft.com/office/drawing/2014/main" id="{9DC365B1-C941-C84C-63DF-3A6485FF75F1}"/>
                </a:ext>
              </a:extLst>
            </p:cNvPr>
            <p:cNvSpPr/>
            <p:nvPr/>
          </p:nvSpPr>
          <p:spPr>
            <a:xfrm>
              <a:off x="254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Rektangel 67">
              <a:extLst>
                <a:ext uri="{FF2B5EF4-FFF2-40B4-BE49-F238E27FC236}">
                  <a16:creationId xmlns:a16="http://schemas.microsoft.com/office/drawing/2014/main" id="{E97F8EDF-6309-CBA0-8FB0-9F8945F2479A}"/>
                </a:ext>
              </a:extLst>
            </p:cNvPr>
            <p:cNvSpPr/>
            <p:nvPr/>
          </p:nvSpPr>
          <p:spPr>
            <a:xfrm>
              <a:off x="272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Rektangel 68">
              <a:extLst>
                <a:ext uri="{FF2B5EF4-FFF2-40B4-BE49-F238E27FC236}">
                  <a16:creationId xmlns:a16="http://schemas.microsoft.com/office/drawing/2014/main" id="{D747B913-2625-AF7B-5A53-EB47EFB6434A}"/>
                </a:ext>
              </a:extLst>
            </p:cNvPr>
            <p:cNvSpPr/>
            <p:nvPr/>
          </p:nvSpPr>
          <p:spPr>
            <a:xfrm>
              <a:off x="290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Rektangel 69">
              <a:extLst>
                <a:ext uri="{FF2B5EF4-FFF2-40B4-BE49-F238E27FC236}">
                  <a16:creationId xmlns:a16="http://schemas.microsoft.com/office/drawing/2014/main" id="{CECEAD68-4EF3-AF3A-9CCB-77B3CBBBE6E5}"/>
                </a:ext>
              </a:extLst>
            </p:cNvPr>
            <p:cNvSpPr/>
            <p:nvPr/>
          </p:nvSpPr>
          <p:spPr>
            <a:xfrm>
              <a:off x="308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Rektangel 70">
              <a:extLst>
                <a:ext uri="{FF2B5EF4-FFF2-40B4-BE49-F238E27FC236}">
                  <a16:creationId xmlns:a16="http://schemas.microsoft.com/office/drawing/2014/main" id="{8C4B7CA2-14F6-8396-D7A9-232985A82151}"/>
                </a:ext>
              </a:extLst>
            </p:cNvPr>
            <p:cNvSpPr/>
            <p:nvPr/>
          </p:nvSpPr>
          <p:spPr>
            <a:xfrm>
              <a:off x="326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Rektangel 71">
              <a:extLst>
                <a:ext uri="{FF2B5EF4-FFF2-40B4-BE49-F238E27FC236}">
                  <a16:creationId xmlns:a16="http://schemas.microsoft.com/office/drawing/2014/main" id="{4A5D6E4D-5637-1BE1-AE56-DE3D51E3489F}"/>
                </a:ext>
              </a:extLst>
            </p:cNvPr>
            <p:cNvSpPr/>
            <p:nvPr/>
          </p:nvSpPr>
          <p:spPr>
            <a:xfrm>
              <a:off x="344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Rektangel 72">
              <a:extLst>
                <a:ext uri="{FF2B5EF4-FFF2-40B4-BE49-F238E27FC236}">
                  <a16:creationId xmlns:a16="http://schemas.microsoft.com/office/drawing/2014/main" id="{0CB43BC4-7641-8A83-B865-4E1FE0380A4B}"/>
                </a:ext>
              </a:extLst>
            </p:cNvPr>
            <p:cNvSpPr/>
            <p:nvPr/>
          </p:nvSpPr>
          <p:spPr>
            <a:xfrm>
              <a:off x="362829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Rektangel 73">
              <a:extLst>
                <a:ext uri="{FF2B5EF4-FFF2-40B4-BE49-F238E27FC236}">
                  <a16:creationId xmlns:a16="http://schemas.microsoft.com/office/drawing/2014/main" id="{39E1D05B-B865-BAEE-C064-4DB2F3725FEF}"/>
                </a:ext>
              </a:extLst>
            </p:cNvPr>
            <p:cNvSpPr/>
            <p:nvPr/>
          </p:nvSpPr>
          <p:spPr>
            <a:xfrm>
              <a:off x="236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Rektangel 74">
              <a:extLst>
                <a:ext uri="{FF2B5EF4-FFF2-40B4-BE49-F238E27FC236}">
                  <a16:creationId xmlns:a16="http://schemas.microsoft.com/office/drawing/2014/main" id="{6C21FFFD-4EE2-3A5B-8492-2E2D114DE2BF}"/>
                </a:ext>
              </a:extLst>
            </p:cNvPr>
            <p:cNvSpPr/>
            <p:nvPr/>
          </p:nvSpPr>
          <p:spPr>
            <a:xfrm>
              <a:off x="254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Rektangel 75">
              <a:extLst>
                <a:ext uri="{FF2B5EF4-FFF2-40B4-BE49-F238E27FC236}">
                  <a16:creationId xmlns:a16="http://schemas.microsoft.com/office/drawing/2014/main" id="{F85C0EA0-55D7-8D69-4C35-4A1AAC8920F8}"/>
                </a:ext>
              </a:extLst>
            </p:cNvPr>
            <p:cNvSpPr/>
            <p:nvPr/>
          </p:nvSpPr>
          <p:spPr>
            <a:xfrm>
              <a:off x="272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Rektangel 76">
              <a:extLst>
                <a:ext uri="{FF2B5EF4-FFF2-40B4-BE49-F238E27FC236}">
                  <a16:creationId xmlns:a16="http://schemas.microsoft.com/office/drawing/2014/main" id="{772CEEAD-A85B-1F71-286D-DDC86C0FE600}"/>
                </a:ext>
              </a:extLst>
            </p:cNvPr>
            <p:cNvSpPr/>
            <p:nvPr/>
          </p:nvSpPr>
          <p:spPr>
            <a:xfrm>
              <a:off x="290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Rektangel 77">
              <a:extLst>
                <a:ext uri="{FF2B5EF4-FFF2-40B4-BE49-F238E27FC236}">
                  <a16:creationId xmlns:a16="http://schemas.microsoft.com/office/drawing/2014/main" id="{BD0B1AA7-843A-33CF-C529-0A3ADF13D59A}"/>
                </a:ext>
              </a:extLst>
            </p:cNvPr>
            <p:cNvSpPr/>
            <p:nvPr/>
          </p:nvSpPr>
          <p:spPr>
            <a:xfrm>
              <a:off x="308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Rektangel 78">
              <a:extLst>
                <a:ext uri="{FF2B5EF4-FFF2-40B4-BE49-F238E27FC236}">
                  <a16:creationId xmlns:a16="http://schemas.microsoft.com/office/drawing/2014/main" id="{AFCEA766-641F-90ED-4A21-D16C20436AAB}"/>
                </a:ext>
              </a:extLst>
            </p:cNvPr>
            <p:cNvSpPr/>
            <p:nvPr/>
          </p:nvSpPr>
          <p:spPr>
            <a:xfrm>
              <a:off x="326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Rektangel 79">
              <a:extLst>
                <a:ext uri="{FF2B5EF4-FFF2-40B4-BE49-F238E27FC236}">
                  <a16:creationId xmlns:a16="http://schemas.microsoft.com/office/drawing/2014/main" id="{5B51C165-0B7A-5713-36D6-726570C10A35}"/>
                </a:ext>
              </a:extLst>
            </p:cNvPr>
            <p:cNvSpPr/>
            <p:nvPr/>
          </p:nvSpPr>
          <p:spPr>
            <a:xfrm>
              <a:off x="344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1" name="Rektangel 80">
              <a:extLst>
                <a:ext uri="{FF2B5EF4-FFF2-40B4-BE49-F238E27FC236}">
                  <a16:creationId xmlns:a16="http://schemas.microsoft.com/office/drawing/2014/main" id="{5AE7781C-BCC8-C10A-721F-C70819894AFC}"/>
                </a:ext>
              </a:extLst>
            </p:cNvPr>
            <p:cNvSpPr/>
            <p:nvPr/>
          </p:nvSpPr>
          <p:spPr>
            <a:xfrm>
              <a:off x="362829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2" name="Rektangel 81">
              <a:extLst>
                <a:ext uri="{FF2B5EF4-FFF2-40B4-BE49-F238E27FC236}">
                  <a16:creationId xmlns:a16="http://schemas.microsoft.com/office/drawing/2014/main" id="{FFA8ADD7-326F-C19D-F00A-896F93081DBA}"/>
                </a:ext>
              </a:extLst>
            </p:cNvPr>
            <p:cNvSpPr/>
            <p:nvPr/>
          </p:nvSpPr>
          <p:spPr>
            <a:xfrm>
              <a:off x="236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3" name="Rektangel 82">
              <a:extLst>
                <a:ext uri="{FF2B5EF4-FFF2-40B4-BE49-F238E27FC236}">
                  <a16:creationId xmlns:a16="http://schemas.microsoft.com/office/drawing/2014/main" id="{A61BF6B0-342A-EDB9-C871-0FEA11AA39D3}"/>
                </a:ext>
              </a:extLst>
            </p:cNvPr>
            <p:cNvSpPr/>
            <p:nvPr/>
          </p:nvSpPr>
          <p:spPr>
            <a:xfrm>
              <a:off x="254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Rektangel 83">
              <a:extLst>
                <a:ext uri="{FF2B5EF4-FFF2-40B4-BE49-F238E27FC236}">
                  <a16:creationId xmlns:a16="http://schemas.microsoft.com/office/drawing/2014/main" id="{DB06E772-D31C-72AD-9D75-B43D0A72D46D}"/>
                </a:ext>
              </a:extLst>
            </p:cNvPr>
            <p:cNvSpPr/>
            <p:nvPr/>
          </p:nvSpPr>
          <p:spPr>
            <a:xfrm>
              <a:off x="272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Rektangel 84">
              <a:extLst>
                <a:ext uri="{FF2B5EF4-FFF2-40B4-BE49-F238E27FC236}">
                  <a16:creationId xmlns:a16="http://schemas.microsoft.com/office/drawing/2014/main" id="{66E1A17F-A4EC-4E8D-3BED-761935BE13F5}"/>
                </a:ext>
              </a:extLst>
            </p:cNvPr>
            <p:cNvSpPr/>
            <p:nvPr/>
          </p:nvSpPr>
          <p:spPr>
            <a:xfrm>
              <a:off x="290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Rektangel 85">
              <a:extLst>
                <a:ext uri="{FF2B5EF4-FFF2-40B4-BE49-F238E27FC236}">
                  <a16:creationId xmlns:a16="http://schemas.microsoft.com/office/drawing/2014/main" id="{65B9BA04-7D41-B3B8-C17B-35CF6AD47585}"/>
                </a:ext>
              </a:extLst>
            </p:cNvPr>
            <p:cNvSpPr/>
            <p:nvPr/>
          </p:nvSpPr>
          <p:spPr>
            <a:xfrm>
              <a:off x="308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Rektangel 86">
              <a:extLst>
                <a:ext uri="{FF2B5EF4-FFF2-40B4-BE49-F238E27FC236}">
                  <a16:creationId xmlns:a16="http://schemas.microsoft.com/office/drawing/2014/main" id="{A742A6A8-D8B0-87F9-D785-D68F1A88421F}"/>
                </a:ext>
              </a:extLst>
            </p:cNvPr>
            <p:cNvSpPr/>
            <p:nvPr/>
          </p:nvSpPr>
          <p:spPr>
            <a:xfrm>
              <a:off x="326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Rektangel 87">
              <a:extLst>
                <a:ext uri="{FF2B5EF4-FFF2-40B4-BE49-F238E27FC236}">
                  <a16:creationId xmlns:a16="http://schemas.microsoft.com/office/drawing/2014/main" id="{F98674E8-9FB2-F215-2AB7-A49294E83F35}"/>
                </a:ext>
              </a:extLst>
            </p:cNvPr>
            <p:cNvSpPr/>
            <p:nvPr/>
          </p:nvSpPr>
          <p:spPr>
            <a:xfrm>
              <a:off x="344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Rektangel 88">
              <a:extLst>
                <a:ext uri="{FF2B5EF4-FFF2-40B4-BE49-F238E27FC236}">
                  <a16:creationId xmlns:a16="http://schemas.microsoft.com/office/drawing/2014/main" id="{71C656A9-1837-D545-EAAA-0974B9DE82F6}"/>
                </a:ext>
              </a:extLst>
            </p:cNvPr>
            <p:cNvSpPr/>
            <p:nvPr/>
          </p:nvSpPr>
          <p:spPr>
            <a:xfrm>
              <a:off x="362829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58" name="Gruppe 157">
            <a:extLst>
              <a:ext uri="{FF2B5EF4-FFF2-40B4-BE49-F238E27FC236}">
                <a16:creationId xmlns:a16="http://schemas.microsoft.com/office/drawing/2014/main" id="{389507F9-0DB2-A365-B0C6-F6C56094D2A4}"/>
              </a:ext>
            </a:extLst>
          </p:cNvPr>
          <p:cNvGrpSpPr/>
          <p:nvPr/>
        </p:nvGrpSpPr>
        <p:grpSpPr>
          <a:xfrm>
            <a:off x="1246408" y="2709470"/>
            <a:ext cx="1440000" cy="1440000"/>
            <a:chOff x="4139946" y="1170432"/>
            <a:chExt cx="1440000" cy="1440000"/>
          </a:xfrm>
        </p:grpSpPr>
        <p:sp>
          <p:nvSpPr>
            <p:cNvPr id="90" name="Rektangel 89">
              <a:extLst>
                <a:ext uri="{FF2B5EF4-FFF2-40B4-BE49-F238E27FC236}">
                  <a16:creationId xmlns:a16="http://schemas.microsoft.com/office/drawing/2014/main" id="{9F54845A-6418-E78B-5153-FBA443B5D9FB}"/>
                </a:ext>
              </a:extLst>
            </p:cNvPr>
            <p:cNvSpPr/>
            <p:nvPr/>
          </p:nvSpPr>
          <p:spPr>
            <a:xfrm>
              <a:off x="413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9</a:t>
              </a:r>
            </a:p>
          </p:txBody>
        </p:sp>
        <p:sp>
          <p:nvSpPr>
            <p:cNvPr id="91" name="Rektangel 90">
              <a:extLst>
                <a:ext uri="{FF2B5EF4-FFF2-40B4-BE49-F238E27FC236}">
                  <a16:creationId xmlns:a16="http://schemas.microsoft.com/office/drawing/2014/main" id="{CDFFB2E7-0703-A453-8E0A-2167F567518D}"/>
                </a:ext>
              </a:extLst>
            </p:cNvPr>
            <p:cNvSpPr/>
            <p:nvPr/>
          </p:nvSpPr>
          <p:spPr>
            <a:xfrm>
              <a:off x="431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92" name="Rektangel 91">
              <a:extLst>
                <a:ext uri="{FF2B5EF4-FFF2-40B4-BE49-F238E27FC236}">
                  <a16:creationId xmlns:a16="http://schemas.microsoft.com/office/drawing/2014/main" id="{E1F2660B-FA4E-992B-68ED-D4E2002D296D}"/>
                </a:ext>
              </a:extLst>
            </p:cNvPr>
            <p:cNvSpPr/>
            <p:nvPr/>
          </p:nvSpPr>
          <p:spPr>
            <a:xfrm>
              <a:off x="449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sp>
          <p:nvSpPr>
            <p:cNvPr id="93" name="Rektangel 92">
              <a:extLst>
                <a:ext uri="{FF2B5EF4-FFF2-40B4-BE49-F238E27FC236}">
                  <a16:creationId xmlns:a16="http://schemas.microsoft.com/office/drawing/2014/main" id="{55253153-4635-759A-3EE6-72FAEABE83C2}"/>
                </a:ext>
              </a:extLst>
            </p:cNvPr>
            <p:cNvSpPr/>
            <p:nvPr/>
          </p:nvSpPr>
          <p:spPr>
            <a:xfrm>
              <a:off x="467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94" name="Rektangel 93">
              <a:extLst>
                <a:ext uri="{FF2B5EF4-FFF2-40B4-BE49-F238E27FC236}">
                  <a16:creationId xmlns:a16="http://schemas.microsoft.com/office/drawing/2014/main" id="{69AA9557-4208-77A8-7C4C-9AB20CF0703A}"/>
                </a:ext>
              </a:extLst>
            </p:cNvPr>
            <p:cNvSpPr/>
            <p:nvPr/>
          </p:nvSpPr>
          <p:spPr>
            <a:xfrm>
              <a:off x="485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95" name="Rektangel 94">
              <a:extLst>
                <a:ext uri="{FF2B5EF4-FFF2-40B4-BE49-F238E27FC236}">
                  <a16:creationId xmlns:a16="http://schemas.microsoft.com/office/drawing/2014/main" id="{81B6CDE8-8B26-C7C3-5BB8-AA3F8052478F}"/>
                </a:ext>
              </a:extLst>
            </p:cNvPr>
            <p:cNvSpPr/>
            <p:nvPr/>
          </p:nvSpPr>
          <p:spPr>
            <a:xfrm>
              <a:off x="503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96" name="Rektangel 95">
              <a:extLst>
                <a:ext uri="{FF2B5EF4-FFF2-40B4-BE49-F238E27FC236}">
                  <a16:creationId xmlns:a16="http://schemas.microsoft.com/office/drawing/2014/main" id="{206F72C7-5969-5336-066D-B0BEAE9ABF71}"/>
                </a:ext>
              </a:extLst>
            </p:cNvPr>
            <p:cNvSpPr/>
            <p:nvPr/>
          </p:nvSpPr>
          <p:spPr>
            <a:xfrm>
              <a:off x="521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7" name="Rektangel 96">
              <a:extLst>
                <a:ext uri="{FF2B5EF4-FFF2-40B4-BE49-F238E27FC236}">
                  <a16:creationId xmlns:a16="http://schemas.microsoft.com/office/drawing/2014/main" id="{8494F6BC-17E6-D952-2225-7A49773724E8}"/>
                </a:ext>
              </a:extLst>
            </p:cNvPr>
            <p:cNvSpPr/>
            <p:nvPr/>
          </p:nvSpPr>
          <p:spPr>
            <a:xfrm>
              <a:off x="5399946" y="11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8" name="Rektangel 97">
              <a:extLst>
                <a:ext uri="{FF2B5EF4-FFF2-40B4-BE49-F238E27FC236}">
                  <a16:creationId xmlns:a16="http://schemas.microsoft.com/office/drawing/2014/main" id="{6BFACF35-AFEE-F450-0EE9-6BD3693F4724}"/>
                </a:ext>
              </a:extLst>
            </p:cNvPr>
            <p:cNvSpPr/>
            <p:nvPr/>
          </p:nvSpPr>
          <p:spPr>
            <a:xfrm>
              <a:off x="413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9" name="Rektangel 98">
              <a:extLst>
                <a:ext uri="{FF2B5EF4-FFF2-40B4-BE49-F238E27FC236}">
                  <a16:creationId xmlns:a16="http://schemas.microsoft.com/office/drawing/2014/main" id="{4143DF2A-8B70-3921-C08E-48671DB9279E}"/>
                </a:ext>
              </a:extLst>
            </p:cNvPr>
            <p:cNvSpPr/>
            <p:nvPr/>
          </p:nvSpPr>
          <p:spPr>
            <a:xfrm>
              <a:off x="431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sp>
          <p:nvSpPr>
            <p:cNvPr id="100" name="Rektangel 99">
              <a:extLst>
                <a:ext uri="{FF2B5EF4-FFF2-40B4-BE49-F238E27FC236}">
                  <a16:creationId xmlns:a16="http://schemas.microsoft.com/office/drawing/2014/main" id="{CACD08DE-0227-BE6E-A503-2171AAF7C2C9}"/>
                </a:ext>
              </a:extLst>
            </p:cNvPr>
            <p:cNvSpPr/>
            <p:nvPr/>
          </p:nvSpPr>
          <p:spPr>
            <a:xfrm>
              <a:off x="449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</a:p>
          </p:txBody>
        </p:sp>
        <p:sp>
          <p:nvSpPr>
            <p:cNvPr id="101" name="Rektangel 100">
              <a:extLst>
                <a:ext uri="{FF2B5EF4-FFF2-40B4-BE49-F238E27FC236}">
                  <a16:creationId xmlns:a16="http://schemas.microsoft.com/office/drawing/2014/main" id="{23445BC7-909F-9546-6549-C36A083587E2}"/>
                </a:ext>
              </a:extLst>
            </p:cNvPr>
            <p:cNvSpPr/>
            <p:nvPr/>
          </p:nvSpPr>
          <p:spPr>
            <a:xfrm>
              <a:off x="467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102" name="Rektangel 101">
              <a:extLst>
                <a:ext uri="{FF2B5EF4-FFF2-40B4-BE49-F238E27FC236}">
                  <a16:creationId xmlns:a16="http://schemas.microsoft.com/office/drawing/2014/main" id="{08AE2A94-5DEE-A3AE-4590-54C1B0FA70D4}"/>
                </a:ext>
              </a:extLst>
            </p:cNvPr>
            <p:cNvSpPr/>
            <p:nvPr/>
          </p:nvSpPr>
          <p:spPr>
            <a:xfrm>
              <a:off x="485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103" name="Rektangel 102">
              <a:extLst>
                <a:ext uri="{FF2B5EF4-FFF2-40B4-BE49-F238E27FC236}">
                  <a16:creationId xmlns:a16="http://schemas.microsoft.com/office/drawing/2014/main" id="{18801BBF-4086-AC83-45AA-66EF0A6CA933}"/>
                </a:ext>
              </a:extLst>
            </p:cNvPr>
            <p:cNvSpPr/>
            <p:nvPr/>
          </p:nvSpPr>
          <p:spPr>
            <a:xfrm>
              <a:off x="503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04" name="Rektangel 103">
              <a:extLst>
                <a:ext uri="{FF2B5EF4-FFF2-40B4-BE49-F238E27FC236}">
                  <a16:creationId xmlns:a16="http://schemas.microsoft.com/office/drawing/2014/main" id="{79703E26-360B-2DDC-24EA-55B3040E58B3}"/>
                </a:ext>
              </a:extLst>
            </p:cNvPr>
            <p:cNvSpPr/>
            <p:nvPr/>
          </p:nvSpPr>
          <p:spPr>
            <a:xfrm>
              <a:off x="521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05" name="Rektangel 104">
              <a:extLst>
                <a:ext uri="{FF2B5EF4-FFF2-40B4-BE49-F238E27FC236}">
                  <a16:creationId xmlns:a16="http://schemas.microsoft.com/office/drawing/2014/main" id="{D95C01DF-E81A-6016-E2F1-293A275E9138}"/>
                </a:ext>
              </a:extLst>
            </p:cNvPr>
            <p:cNvSpPr/>
            <p:nvPr/>
          </p:nvSpPr>
          <p:spPr>
            <a:xfrm>
              <a:off x="5399946" y="13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06" name="Rektangel 105">
              <a:extLst>
                <a:ext uri="{FF2B5EF4-FFF2-40B4-BE49-F238E27FC236}">
                  <a16:creationId xmlns:a16="http://schemas.microsoft.com/office/drawing/2014/main" id="{4FF8BAD8-99F5-A249-8EFF-69219C50E386}"/>
                </a:ext>
              </a:extLst>
            </p:cNvPr>
            <p:cNvSpPr/>
            <p:nvPr/>
          </p:nvSpPr>
          <p:spPr>
            <a:xfrm>
              <a:off x="413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</a:p>
          </p:txBody>
        </p:sp>
        <p:sp>
          <p:nvSpPr>
            <p:cNvPr id="107" name="Rektangel 106">
              <a:extLst>
                <a:ext uri="{FF2B5EF4-FFF2-40B4-BE49-F238E27FC236}">
                  <a16:creationId xmlns:a16="http://schemas.microsoft.com/office/drawing/2014/main" id="{26889893-C3D4-4A48-3349-52EAD6EBC1F9}"/>
                </a:ext>
              </a:extLst>
            </p:cNvPr>
            <p:cNvSpPr/>
            <p:nvPr/>
          </p:nvSpPr>
          <p:spPr>
            <a:xfrm>
              <a:off x="431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108" name="Rektangel 107">
              <a:extLst>
                <a:ext uri="{FF2B5EF4-FFF2-40B4-BE49-F238E27FC236}">
                  <a16:creationId xmlns:a16="http://schemas.microsoft.com/office/drawing/2014/main" id="{32B8569D-3CE0-74F7-633E-749E42D04E01}"/>
                </a:ext>
              </a:extLst>
            </p:cNvPr>
            <p:cNvSpPr/>
            <p:nvPr/>
          </p:nvSpPr>
          <p:spPr>
            <a:xfrm>
              <a:off x="449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109" name="Rektangel 108">
              <a:extLst>
                <a:ext uri="{FF2B5EF4-FFF2-40B4-BE49-F238E27FC236}">
                  <a16:creationId xmlns:a16="http://schemas.microsoft.com/office/drawing/2014/main" id="{DAE53576-5628-BE98-5FB9-3E481345F42B}"/>
                </a:ext>
              </a:extLst>
            </p:cNvPr>
            <p:cNvSpPr/>
            <p:nvPr/>
          </p:nvSpPr>
          <p:spPr>
            <a:xfrm>
              <a:off x="467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110" name="Rektangel 109">
              <a:extLst>
                <a:ext uri="{FF2B5EF4-FFF2-40B4-BE49-F238E27FC236}">
                  <a16:creationId xmlns:a16="http://schemas.microsoft.com/office/drawing/2014/main" id="{B48C6533-2ABF-0181-8CB6-62BEFB3E94BD}"/>
                </a:ext>
              </a:extLst>
            </p:cNvPr>
            <p:cNvSpPr/>
            <p:nvPr/>
          </p:nvSpPr>
          <p:spPr>
            <a:xfrm>
              <a:off x="485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1" name="Rektangel 110">
              <a:extLst>
                <a:ext uri="{FF2B5EF4-FFF2-40B4-BE49-F238E27FC236}">
                  <a16:creationId xmlns:a16="http://schemas.microsoft.com/office/drawing/2014/main" id="{6D79CFA6-852E-028A-206B-72786ECAD858}"/>
                </a:ext>
              </a:extLst>
            </p:cNvPr>
            <p:cNvSpPr/>
            <p:nvPr/>
          </p:nvSpPr>
          <p:spPr>
            <a:xfrm>
              <a:off x="503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2" name="Rektangel 111">
              <a:extLst>
                <a:ext uri="{FF2B5EF4-FFF2-40B4-BE49-F238E27FC236}">
                  <a16:creationId xmlns:a16="http://schemas.microsoft.com/office/drawing/2014/main" id="{50AD8162-C13C-74A5-BD4A-B5EDAEE03ECE}"/>
                </a:ext>
              </a:extLst>
            </p:cNvPr>
            <p:cNvSpPr/>
            <p:nvPr/>
          </p:nvSpPr>
          <p:spPr>
            <a:xfrm>
              <a:off x="521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3" name="Rektangel 112">
              <a:extLst>
                <a:ext uri="{FF2B5EF4-FFF2-40B4-BE49-F238E27FC236}">
                  <a16:creationId xmlns:a16="http://schemas.microsoft.com/office/drawing/2014/main" id="{50D7920A-AC2F-00CD-5F76-C4C1783FE01B}"/>
                </a:ext>
              </a:extLst>
            </p:cNvPr>
            <p:cNvSpPr/>
            <p:nvPr/>
          </p:nvSpPr>
          <p:spPr>
            <a:xfrm>
              <a:off x="5399946" y="15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4" name="Rektangel 113">
              <a:extLst>
                <a:ext uri="{FF2B5EF4-FFF2-40B4-BE49-F238E27FC236}">
                  <a16:creationId xmlns:a16="http://schemas.microsoft.com/office/drawing/2014/main" id="{1E620F3B-1E56-9AFF-CE25-423439F27464}"/>
                </a:ext>
              </a:extLst>
            </p:cNvPr>
            <p:cNvSpPr/>
            <p:nvPr/>
          </p:nvSpPr>
          <p:spPr>
            <a:xfrm>
              <a:off x="413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115" name="Rektangel 114">
              <a:extLst>
                <a:ext uri="{FF2B5EF4-FFF2-40B4-BE49-F238E27FC236}">
                  <a16:creationId xmlns:a16="http://schemas.microsoft.com/office/drawing/2014/main" id="{4314C99C-326B-60C8-201B-62B103728E24}"/>
                </a:ext>
              </a:extLst>
            </p:cNvPr>
            <p:cNvSpPr/>
            <p:nvPr/>
          </p:nvSpPr>
          <p:spPr>
            <a:xfrm>
              <a:off x="431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6" name="Rektangel 115">
              <a:extLst>
                <a:ext uri="{FF2B5EF4-FFF2-40B4-BE49-F238E27FC236}">
                  <a16:creationId xmlns:a16="http://schemas.microsoft.com/office/drawing/2014/main" id="{8C864076-E8D8-55BC-D25A-4A80B58AD6AE}"/>
                </a:ext>
              </a:extLst>
            </p:cNvPr>
            <p:cNvSpPr/>
            <p:nvPr/>
          </p:nvSpPr>
          <p:spPr>
            <a:xfrm>
              <a:off x="449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7" name="Rektangel 116">
              <a:extLst>
                <a:ext uri="{FF2B5EF4-FFF2-40B4-BE49-F238E27FC236}">
                  <a16:creationId xmlns:a16="http://schemas.microsoft.com/office/drawing/2014/main" id="{1D384C28-2FFE-7A8E-6625-68BED03F7AC7}"/>
                </a:ext>
              </a:extLst>
            </p:cNvPr>
            <p:cNvSpPr/>
            <p:nvPr/>
          </p:nvSpPr>
          <p:spPr>
            <a:xfrm>
              <a:off x="467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8" name="Rektangel 117">
              <a:extLst>
                <a:ext uri="{FF2B5EF4-FFF2-40B4-BE49-F238E27FC236}">
                  <a16:creationId xmlns:a16="http://schemas.microsoft.com/office/drawing/2014/main" id="{8B4D8986-DB2B-130C-0584-78936508A145}"/>
                </a:ext>
              </a:extLst>
            </p:cNvPr>
            <p:cNvSpPr/>
            <p:nvPr/>
          </p:nvSpPr>
          <p:spPr>
            <a:xfrm>
              <a:off x="485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9" name="Rektangel 118">
              <a:extLst>
                <a:ext uri="{FF2B5EF4-FFF2-40B4-BE49-F238E27FC236}">
                  <a16:creationId xmlns:a16="http://schemas.microsoft.com/office/drawing/2014/main" id="{B9B2E7A9-E9FD-B0CF-4D11-97AE4C50C3E3}"/>
                </a:ext>
              </a:extLst>
            </p:cNvPr>
            <p:cNvSpPr/>
            <p:nvPr/>
          </p:nvSpPr>
          <p:spPr>
            <a:xfrm>
              <a:off x="503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0" name="Rektangel 119">
              <a:extLst>
                <a:ext uri="{FF2B5EF4-FFF2-40B4-BE49-F238E27FC236}">
                  <a16:creationId xmlns:a16="http://schemas.microsoft.com/office/drawing/2014/main" id="{EF953082-C328-051C-7581-7C907BAE8F5B}"/>
                </a:ext>
              </a:extLst>
            </p:cNvPr>
            <p:cNvSpPr/>
            <p:nvPr/>
          </p:nvSpPr>
          <p:spPr>
            <a:xfrm>
              <a:off x="521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1" name="Rektangel 120">
              <a:extLst>
                <a:ext uri="{FF2B5EF4-FFF2-40B4-BE49-F238E27FC236}">
                  <a16:creationId xmlns:a16="http://schemas.microsoft.com/office/drawing/2014/main" id="{67B2B03A-D9D4-9345-5A73-B6AA83E0D524}"/>
                </a:ext>
              </a:extLst>
            </p:cNvPr>
            <p:cNvSpPr/>
            <p:nvPr/>
          </p:nvSpPr>
          <p:spPr>
            <a:xfrm>
              <a:off x="5399946" y="171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2" name="Rektangel 121">
              <a:extLst>
                <a:ext uri="{FF2B5EF4-FFF2-40B4-BE49-F238E27FC236}">
                  <a16:creationId xmlns:a16="http://schemas.microsoft.com/office/drawing/2014/main" id="{60B3D1FD-09EC-0CC9-7187-9D1B1C968B31}"/>
                </a:ext>
              </a:extLst>
            </p:cNvPr>
            <p:cNvSpPr/>
            <p:nvPr/>
          </p:nvSpPr>
          <p:spPr>
            <a:xfrm>
              <a:off x="413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3" name="Rektangel 122">
              <a:extLst>
                <a:ext uri="{FF2B5EF4-FFF2-40B4-BE49-F238E27FC236}">
                  <a16:creationId xmlns:a16="http://schemas.microsoft.com/office/drawing/2014/main" id="{E4BB5478-005A-E769-A656-057677145749}"/>
                </a:ext>
              </a:extLst>
            </p:cNvPr>
            <p:cNvSpPr/>
            <p:nvPr/>
          </p:nvSpPr>
          <p:spPr>
            <a:xfrm>
              <a:off x="431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4" name="Rektangel 123">
              <a:extLst>
                <a:ext uri="{FF2B5EF4-FFF2-40B4-BE49-F238E27FC236}">
                  <a16:creationId xmlns:a16="http://schemas.microsoft.com/office/drawing/2014/main" id="{6C388FE7-A604-A0A9-F517-3B6DBB9A1269}"/>
                </a:ext>
              </a:extLst>
            </p:cNvPr>
            <p:cNvSpPr/>
            <p:nvPr/>
          </p:nvSpPr>
          <p:spPr>
            <a:xfrm>
              <a:off x="449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5" name="Rektangel 124">
              <a:extLst>
                <a:ext uri="{FF2B5EF4-FFF2-40B4-BE49-F238E27FC236}">
                  <a16:creationId xmlns:a16="http://schemas.microsoft.com/office/drawing/2014/main" id="{6446F7E2-F783-5B29-0B01-9E250FFD6A5C}"/>
                </a:ext>
              </a:extLst>
            </p:cNvPr>
            <p:cNvSpPr/>
            <p:nvPr/>
          </p:nvSpPr>
          <p:spPr>
            <a:xfrm>
              <a:off x="467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6" name="Rektangel 125">
              <a:extLst>
                <a:ext uri="{FF2B5EF4-FFF2-40B4-BE49-F238E27FC236}">
                  <a16:creationId xmlns:a16="http://schemas.microsoft.com/office/drawing/2014/main" id="{8004B833-F77E-E6FD-1B90-BB9C19CF8154}"/>
                </a:ext>
              </a:extLst>
            </p:cNvPr>
            <p:cNvSpPr/>
            <p:nvPr/>
          </p:nvSpPr>
          <p:spPr>
            <a:xfrm>
              <a:off x="485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7" name="Rektangel 126">
              <a:extLst>
                <a:ext uri="{FF2B5EF4-FFF2-40B4-BE49-F238E27FC236}">
                  <a16:creationId xmlns:a16="http://schemas.microsoft.com/office/drawing/2014/main" id="{20B6A36C-8324-4CDF-8FA4-29374F0470BB}"/>
                </a:ext>
              </a:extLst>
            </p:cNvPr>
            <p:cNvSpPr/>
            <p:nvPr/>
          </p:nvSpPr>
          <p:spPr>
            <a:xfrm>
              <a:off x="503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8" name="Rektangel 127">
              <a:extLst>
                <a:ext uri="{FF2B5EF4-FFF2-40B4-BE49-F238E27FC236}">
                  <a16:creationId xmlns:a16="http://schemas.microsoft.com/office/drawing/2014/main" id="{36D05D12-4BFA-1702-CB13-61BFA9507C12}"/>
                </a:ext>
              </a:extLst>
            </p:cNvPr>
            <p:cNvSpPr/>
            <p:nvPr/>
          </p:nvSpPr>
          <p:spPr>
            <a:xfrm>
              <a:off x="521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29" name="Rektangel 128">
              <a:extLst>
                <a:ext uri="{FF2B5EF4-FFF2-40B4-BE49-F238E27FC236}">
                  <a16:creationId xmlns:a16="http://schemas.microsoft.com/office/drawing/2014/main" id="{7267E97D-A93E-1979-624B-76CED43303EF}"/>
                </a:ext>
              </a:extLst>
            </p:cNvPr>
            <p:cNvSpPr/>
            <p:nvPr/>
          </p:nvSpPr>
          <p:spPr>
            <a:xfrm>
              <a:off x="5399946" y="189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0" name="Rektangel 129">
              <a:extLst>
                <a:ext uri="{FF2B5EF4-FFF2-40B4-BE49-F238E27FC236}">
                  <a16:creationId xmlns:a16="http://schemas.microsoft.com/office/drawing/2014/main" id="{5CDA8DF7-3F8F-83AB-5FB3-2B016FAB3010}"/>
                </a:ext>
              </a:extLst>
            </p:cNvPr>
            <p:cNvSpPr/>
            <p:nvPr/>
          </p:nvSpPr>
          <p:spPr>
            <a:xfrm>
              <a:off x="413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1" name="Rektangel 130">
              <a:extLst>
                <a:ext uri="{FF2B5EF4-FFF2-40B4-BE49-F238E27FC236}">
                  <a16:creationId xmlns:a16="http://schemas.microsoft.com/office/drawing/2014/main" id="{6CD25F09-3DFF-A1BD-AA0D-9023F0C7BC6D}"/>
                </a:ext>
              </a:extLst>
            </p:cNvPr>
            <p:cNvSpPr/>
            <p:nvPr/>
          </p:nvSpPr>
          <p:spPr>
            <a:xfrm>
              <a:off x="431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2" name="Rektangel 131">
              <a:extLst>
                <a:ext uri="{FF2B5EF4-FFF2-40B4-BE49-F238E27FC236}">
                  <a16:creationId xmlns:a16="http://schemas.microsoft.com/office/drawing/2014/main" id="{ADB0927F-EAB6-B2A1-FB94-F8DBCABB33DB}"/>
                </a:ext>
              </a:extLst>
            </p:cNvPr>
            <p:cNvSpPr/>
            <p:nvPr/>
          </p:nvSpPr>
          <p:spPr>
            <a:xfrm>
              <a:off x="449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3" name="Rektangel 132">
              <a:extLst>
                <a:ext uri="{FF2B5EF4-FFF2-40B4-BE49-F238E27FC236}">
                  <a16:creationId xmlns:a16="http://schemas.microsoft.com/office/drawing/2014/main" id="{13926B6C-C918-1F39-EAC7-DC31DAC2BE27}"/>
                </a:ext>
              </a:extLst>
            </p:cNvPr>
            <p:cNvSpPr/>
            <p:nvPr/>
          </p:nvSpPr>
          <p:spPr>
            <a:xfrm>
              <a:off x="467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4" name="Rektangel 133">
              <a:extLst>
                <a:ext uri="{FF2B5EF4-FFF2-40B4-BE49-F238E27FC236}">
                  <a16:creationId xmlns:a16="http://schemas.microsoft.com/office/drawing/2014/main" id="{89BF915F-178A-5403-E932-DA92D333C6DC}"/>
                </a:ext>
              </a:extLst>
            </p:cNvPr>
            <p:cNvSpPr/>
            <p:nvPr/>
          </p:nvSpPr>
          <p:spPr>
            <a:xfrm>
              <a:off x="485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5" name="Rektangel 134">
              <a:extLst>
                <a:ext uri="{FF2B5EF4-FFF2-40B4-BE49-F238E27FC236}">
                  <a16:creationId xmlns:a16="http://schemas.microsoft.com/office/drawing/2014/main" id="{1AD84799-3697-E0AD-86E5-974284012050}"/>
                </a:ext>
              </a:extLst>
            </p:cNvPr>
            <p:cNvSpPr/>
            <p:nvPr/>
          </p:nvSpPr>
          <p:spPr>
            <a:xfrm>
              <a:off x="503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6" name="Rektangel 135">
              <a:extLst>
                <a:ext uri="{FF2B5EF4-FFF2-40B4-BE49-F238E27FC236}">
                  <a16:creationId xmlns:a16="http://schemas.microsoft.com/office/drawing/2014/main" id="{FF1B662A-B01C-DE15-8C88-0E9CA4EBEE2A}"/>
                </a:ext>
              </a:extLst>
            </p:cNvPr>
            <p:cNvSpPr/>
            <p:nvPr/>
          </p:nvSpPr>
          <p:spPr>
            <a:xfrm>
              <a:off x="521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7" name="Rektangel 136">
              <a:extLst>
                <a:ext uri="{FF2B5EF4-FFF2-40B4-BE49-F238E27FC236}">
                  <a16:creationId xmlns:a16="http://schemas.microsoft.com/office/drawing/2014/main" id="{2A40F03F-CE5A-F035-8A31-07C03B5E7D0D}"/>
                </a:ext>
              </a:extLst>
            </p:cNvPr>
            <p:cNvSpPr/>
            <p:nvPr/>
          </p:nvSpPr>
          <p:spPr>
            <a:xfrm>
              <a:off x="5399946" y="207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8" name="Rektangel 137">
              <a:extLst>
                <a:ext uri="{FF2B5EF4-FFF2-40B4-BE49-F238E27FC236}">
                  <a16:creationId xmlns:a16="http://schemas.microsoft.com/office/drawing/2014/main" id="{F2137323-A060-1933-6F17-5241D5901A3D}"/>
                </a:ext>
              </a:extLst>
            </p:cNvPr>
            <p:cNvSpPr/>
            <p:nvPr/>
          </p:nvSpPr>
          <p:spPr>
            <a:xfrm>
              <a:off x="413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39" name="Rektangel 138">
              <a:extLst>
                <a:ext uri="{FF2B5EF4-FFF2-40B4-BE49-F238E27FC236}">
                  <a16:creationId xmlns:a16="http://schemas.microsoft.com/office/drawing/2014/main" id="{186917F8-DFAC-7E40-BB52-5490565754EA}"/>
                </a:ext>
              </a:extLst>
            </p:cNvPr>
            <p:cNvSpPr/>
            <p:nvPr/>
          </p:nvSpPr>
          <p:spPr>
            <a:xfrm>
              <a:off x="431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0" name="Rektangel 139">
              <a:extLst>
                <a:ext uri="{FF2B5EF4-FFF2-40B4-BE49-F238E27FC236}">
                  <a16:creationId xmlns:a16="http://schemas.microsoft.com/office/drawing/2014/main" id="{A198DE1E-6047-30ED-1FBE-EAE6C9F6973A}"/>
                </a:ext>
              </a:extLst>
            </p:cNvPr>
            <p:cNvSpPr/>
            <p:nvPr/>
          </p:nvSpPr>
          <p:spPr>
            <a:xfrm>
              <a:off x="449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1" name="Rektangel 140">
              <a:extLst>
                <a:ext uri="{FF2B5EF4-FFF2-40B4-BE49-F238E27FC236}">
                  <a16:creationId xmlns:a16="http://schemas.microsoft.com/office/drawing/2014/main" id="{F5825841-B266-8847-8966-996BABAE6988}"/>
                </a:ext>
              </a:extLst>
            </p:cNvPr>
            <p:cNvSpPr/>
            <p:nvPr/>
          </p:nvSpPr>
          <p:spPr>
            <a:xfrm>
              <a:off x="467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2" name="Rektangel 141">
              <a:extLst>
                <a:ext uri="{FF2B5EF4-FFF2-40B4-BE49-F238E27FC236}">
                  <a16:creationId xmlns:a16="http://schemas.microsoft.com/office/drawing/2014/main" id="{4FF21AE0-D655-7624-A7E7-58BF62A414E8}"/>
                </a:ext>
              </a:extLst>
            </p:cNvPr>
            <p:cNvSpPr/>
            <p:nvPr/>
          </p:nvSpPr>
          <p:spPr>
            <a:xfrm>
              <a:off x="485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3" name="Rektangel 142">
              <a:extLst>
                <a:ext uri="{FF2B5EF4-FFF2-40B4-BE49-F238E27FC236}">
                  <a16:creationId xmlns:a16="http://schemas.microsoft.com/office/drawing/2014/main" id="{7390C563-92C0-3866-7701-F44F7433F9CC}"/>
                </a:ext>
              </a:extLst>
            </p:cNvPr>
            <p:cNvSpPr/>
            <p:nvPr/>
          </p:nvSpPr>
          <p:spPr>
            <a:xfrm>
              <a:off x="503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4" name="Rektangel 143">
              <a:extLst>
                <a:ext uri="{FF2B5EF4-FFF2-40B4-BE49-F238E27FC236}">
                  <a16:creationId xmlns:a16="http://schemas.microsoft.com/office/drawing/2014/main" id="{8BA9E05A-600B-5992-7007-3A503A791457}"/>
                </a:ext>
              </a:extLst>
            </p:cNvPr>
            <p:cNvSpPr/>
            <p:nvPr/>
          </p:nvSpPr>
          <p:spPr>
            <a:xfrm>
              <a:off x="521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5" name="Rektangel 144">
              <a:extLst>
                <a:ext uri="{FF2B5EF4-FFF2-40B4-BE49-F238E27FC236}">
                  <a16:creationId xmlns:a16="http://schemas.microsoft.com/office/drawing/2014/main" id="{AD351B69-0BC9-9610-BF03-3674259D49BA}"/>
                </a:ext>
              </a:extLst>
            </p:cNvPr>
            <p:cNvSpPr/>
            <p:nvPr/>
          </p:nvSpPr>
          <p:spPr>
            <a:xfrm>
              <a:off x="5399946" y="225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6" name="Rektangel 145">
              <a:extLst>
                <a:ext uri="{FF2B5EF4-FFF2-40B4-BE49-F238E27FC236}">
                  <a16:creationId xmlns:a16="http://schemas.microsoft.com/office/drawing/2014/main" id="{1CD9BEDA-5A98-504B-2399-B408CBDE50BB}"/>
                </a:ext>
              </a:extLst>
            </p:cNvPr>
            <p:cNvSpPr/>
            <p:nvPr/>
          </p:nvSpPr>
          <p:spPr>
            <a:xfrm>
              <a:off x="413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7" name="Rektangel 146">
              <a:extLst>
                <a:ext uri="{FF2B5EF4-FFF2-40B4-BE49-F238E27FC236}">
                  <a16:creationId xmlns:a16="http://schemas.microsoft.com/office/drawing/2014/main" id="{E0768B5F-E974-5B82-ADD0-D2C7706E05AE}"/>
                </a:ext>
              </a:extLst>
            </p:cNvPr>
            <p:cNvSpPr/>
            <p:nvPr/>
          </p:nvSpPr>
          <p:spPr>
            <a:xfrm>
              <a:off x="431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8" name="Rektangel 147">
              <a:extLst>
                <a:ext uri="{FF2B5EF4-FFF2-40B4-BE49-F238E27FC236}">
                  <a16:creationId xmlns:a16="http://schemas.microsoft.com/office/drawing/2014/main" id="{EEE5F7A5-5551-E9A3-0530-94289040622E}"/>
                </a:ext>
              </a:extLst>
            </p:cNvPr>
            <p:cNvSpPr/>
            <p:nvPr/>
          </p:nvSpPr>
          <p:spPr>
            <a:xfrm>
              <a:off x="449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49" name="Rektangel 148">
              <a:extLst>
                <a:ext uri="{FF2B5EF4-FFF2-40B4-BE49-F238E27FC236}">
                  <a16:creationId xmlns:a16="http://schemas.microsoft.com/office/drawing/2014/main" id="{B3A3FE84-E8B6-F79E-9454-754FE7E0FBD3}"/>
                </a:ext>
              </a:extLst>
            </p:cNvPr>
            <p:cNvSpPr/>
            <p:nvPr/>
          </p:nvSpPr>
          <p:spPr>
            <a:xfrm>
              <a:off x="467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50" name="Rektangel 149">
              <a:extLst>
                <a:ext uri="{FF2B5EF4-FFF2-40B4-BE49-F238E27FC236}">
                  <a16:creationId xmlns:a16="http://schemas.microsoft.com/office/drawing/2014/main" id="{C9FA84BE-C982-DF81-BF8B-BE9A11FED0EE}"/>
                </a:ext>
              </a:extLst>
            </p:cNvPr>
            <p:cNvSpPr/>
            <p:nvPr/>
          </p:nvSpPr>
          <p:spPr>
            <a:xfrm>
              <a:off x="485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51" name="Rektangel 150">
              <a:extLst>
                <a:ext uri="{FF2B5EF4-FFF2-40B4-BE49-F238E27FC236}">
                  <a16:creationId xmlns:a16="http://schemas.microsoft.com/office/drawing/2014/main" id="{44968780-AF29-8700-09E5-00F15A7D53A1}"/>
                </a:ext>
              </a:extLst>
            </p:cNvPr>
            <p:cNvSpPr/>
            <p:nvPr/>
          </p:nvSpPr>
          <p:spPr>
            <a:xfrm>
              <a:off x="503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52" name="Rektangel 151">
              <a:extLst>
                <a:ext uri="{FF2B5EF4-FFF2-40B4-BE49-F238E27FC236}">
                  <a16:creationId xmlns:a16="http://schemas.microsoft.com/office/drawing/2014/main" id="{F6F073E3-4191-5132-7F84-B969BF88838B}"/>
                </a:ext>
              </a:extLst>
            </p:cNvPr>
            <p:cNvSpPr/>
            <p:nvPr/>
          </p:nvSpPr>
          <p:spPr>
            <a:xfrm>
              <a:off x="521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53" name="Rektangel 152">
              <a:extLst>
                <a:ext uri="{FF2B5EF4-FFF2-40B4-BE49-F238E27FC236}">
                  <a16:creationId xmlns:a16="http://schemas.microsoft.com/office/drawing/2014/main" id="{C1757C53-F8DA-3F4F-D151-895F32736738}"/>
                </a:ext>
              </a:extLst>
            </p:cNvPr>
            <p:cNvSpPr/>
            <p:nvPr/>
          </p:nvSpPr>
          <p:spPr>
            <a:xfrm>
              <a:off x="5399946" y="2430432"/>
              <a:ext cx="18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noProof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</a:p>
          </p:txBody>
        </p:sp>
      </p:grpSp>
      <p:sp>
        <p:nvSpPr>
          <p:cNvPr id="172" name="Kombinationstegning: figur 171">
            <a:extLst>
              <a:ext uri="{FF2B5EF4-FFF2-40B4-BE49-F238E27FC236}">
                <a16:creationId xmlns:a16="http://schemas.microsoft.com/office/drawing/2014/main" id="{1443BF09-7C13-7831-6146-53785DC47CCE}"/>
              </a:ext>
            </a:extLst>
          </p:cNvPr>
          <p:cNvSpPr/>
          <p:nvPr/>
        </p:nvSpPr>
        <p:spPr>
          <a:xfrm>
            <a:off x="3320945" y="2736183"/>
            <a:ext cx="1359859" cy="1399643"/>
          </a:xfrm>
          <a:custGeom>
            <a:avLst/>
            <a:gdLst>
              <a:gd name="csX0" fmla="*/ 122851 w 1486432"/>
              <a:gd name="csY0" fmla="*/ 145771 h 1551611"/>
              <a:gd name="csX1" fmla="*/ 294301 w 1486432"/>
              <a:gd name="csY1" fmla="*/ 150534 h 1551611"/>
              <a:gd name="csX2" fmla="*/ 139520 w 1486432"/>
              <a:gd name="csY2" fmla="*/ 310077 h 1551611"/>
              <a:gd name="csX3" fmla="*/ 120470 w 1486432"/>
              <a:gd name="csY3" fmla="*/ 507721 h 1551611"/>
              <a:gd name="csX4" fmla="*/ 458608 w 1486432"/>
              <a:gd name="csY4" fmla="*/ 157677 h 1551611"/>
              <a:gd name="csX5" fmla="*/ 663395 w 1486432"/>
              <a:gd name="csY5" fmla="*/ 145771 h 1551611"/>
              <a:gd name="csX6" fmla="*/ 137139 w 1486432"/>
              <a:gd name="csY6" fmla="*/ 662502 h 1551611"/>
              <a:gd name="csX7" fmla="*/ 113326 w 1486432"/>
              <a:gd name="csY7" fmla="*/ 862527 h 1551611"/>
              <a:gd name="csX8" fmla="*/ 820558 w 1486432"/>
              <a:gd name="csY8" fmla="*/ 157677 h 1551611"/>
              <a:gd name="csX9" fmla="*/ 1006295 w 1486432"/>
              <a:gd name="csY9" fmla="*/ 143390 h 1551611"/>
              <a:gd name="csX10" fmla="*/ 118089 w 1486432"/>
              <a:gd name="csY10" fmla="*/ 1038740 h 1551611"/>
              <a:gd name="csX11" fmla="*/ 127614 w 1486432"/>
              <a:gd name="csY11" fmla="*/ 1241146 h 1551611"/>
              <a:gd name="csX12" fmla="*/ 1203939 w 1486432"/>
              <a:gd name="csY12" fmla="*/ 131484 h 1551611"/>
              <a:gd name="csX13" fmla="*/ 1384914 w 1486432"/>
              <a:gd name="csY13" fmla="*/ 162440 h 1551611"/>
              <a:gd name="csX14" fmla="*/ 122851 w 1486432"/>
              <a:gd name="csY14" fmla="*/ 1400690 h 1551611"/>
              <a:gd name="csX15" fmla="*/ 301445 w 1486432"/>
              <a:gd name="csY15" fmla="*/ 1412596 h 1551611"/>
              <a:gd name="csX16" fmla="*/ 1358720 w 1486432"/>
              <a:gd name="csY16" fmla="*/ 331509 h 1551611"/>
              <a:gd name="csX17" fmla="*/ 1370626 w 1486432"/>
              <a:gd name="csY17" fmla="*/ 512484 h 1551611"/>
              <a:gd name="csX18" fmla="*/ 480039 w 1486432"/>
              <a:gd name="csY18" fmla="*/ 1426884 h 1551611"/>
              <a:gd name="csX19" fmla="*/ 653870 w 1486432"/>
              <a:gd name="csY19" fmla="*/ 1412596 h 1551611"/>
              <a:gd name="csX20" fmla="*/ 1363483 w 1486432"/>
              <a:gd name="csY20" fmla="*/ 695840 h 1551611"/>
              <a:gd name="csX21" fmla="*/ 1377770 w 1486432"/>
              <a:gd name="csY21" fmla="*/ 869671 h 1551611"/>
              <a:gd name="csX22" fmla="*/ 841989 w 1486432"/>
              <a:gd name="csY22" fmla="*/ 1417359 h 1551611"/>
              <a:gd name="csX23" fmla="*/ 1042014 w 1486432"/>
              <a:gd name="csY23" fmla="*/ 1407834 h 1551611"/>
              <a:gd name="csX24" fmla="*/ 1368245 w 1486432"/>
              <a:gd name="csY24" fmla="*/ 1043502 h 1551611"/>
              <a:gd name="csX25" fmla="*/ 1382533 w 1486432"/>
              <a:gd name="csY25" fmla="*/ 1224477 h 1551611"/>
              <a:gd name="csX26" fmla="*/ 1230133 w 1486432"/>
              <a:gd name="csY26" fmla="*/ 1412596 h 1551611"/>
              <a:gd name="csX27" fmla="*/ 1406345 w 1486432"/>
              <a:gd name="csY27" fmla="*/ 1431646 h 1551611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96753 w 1443665"/>
              <a:gd name="csY2" fmla="*/ 302898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20628 w 1443665"/>
              <a:gd name="csY5" fmla="*/ 138592 h 1544432"/>
              <a:gd name="csX6" fmla="*/ 94372 w 1443665"/>
              <a:gd name="csY6" fmla="*/ 655323 h 1544432"/>
              <a:gd name="csX7" fmla="*/ 70559 w 1443665"/>
              <a:gd name="csY7" fmla="*/ 855348 h 1544432"/>
              <a:gd name="csX8" fmla="*/ 777791 w 1443665"/>
              <a:gd name="csY8" fmla="*/ 150498 h 1544432"/>
              <a:gd name="csX9" fmla="*/ 963528 w 1443665"/>
              <a:gd name="csY9" fmla="*/ 136211 h 1544432"/>
              <a:gd name="csX10" fmla="*/ 75322 w 1443665"/>
              <a:gd name="csY10" fmla="*/ 1031561 h 1544432"/>
              <a:gd name="csX11" fmla="*/ 203910 w 1443665"/>
              <a:gd name="csY11" fmla="*/ 1122048 h 1544432"/>
              <a:gd name="csX12" fmla="*/ 1161172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87228 w 1443665"/>
              <a:gd name="csY2" fmla="*/ 305279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20628 w 1443665"/>
              <a:gd name="csY5" fmla="*/ 138592 h 1544432"/>
              <a:gd name="csX6" fmla="*/ 94372 w 1443665"/>
              <a:gd name="csY6" fmla="*/ 655323 h 1544432"/>
              <a:gd name="csX7" fmla="*/ 70559 w 1443665"/>
              <a:gd name="csY7" fmla="*/ 855348 h 1544432"/>
              <a:gd name="csX8" fmla="*/ 777791 w 1443665"/>
              <a:gd name="csY8" fmla="*/ 150498 h 1544432"/>
              <a:gd name="csX9" fmla="*/ 963528 w 1443665"/>
              <a:gd name="csY9" fmla="*/ 136211 h 1544432"/>
              <a:gd name="csX10" fmla="*/ 75322 w 1443665"/>
              <a:gd name="csY10" fmla="*/ 1031561 h 1544432"/>
              <a:gd name="csX11" fmla="*/ 203910 w 1443665"/>
              <a:gd name="csY11" fmla="*/ 1122048 h 1544432"/>
              <a:gd name="csX12" fmla="*/ 1161172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87228 w 1443665"/>
              <a:gd name="csY2" fmla="*/ 305279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39678 w 1443665"/>
              <a:gd name="csY5" fmla="*/ 145736 h 1544432"/>
              <a:gd name="csX6" fmla="*/ 94372 w 1443665"/>
              <a:gd name="csY6" fmla="*/ 655323 h 1544432"/>
              <a:gd name="csX7" fmla="*/ 70559 w 1443665"/>
              <a:gd name="csY7" fmla="*/ 855348 h 1544432"/>
              <a:gd name="csX8" fmla="*/ 777791 w 1443665"/>
              <a:gd name="csY8" fmla="*/ 150498 h 1544432"/>
              <a:gd name="csX9" fmla="*/ 963528 w 1443665"/>
              <a:gd name="csY9" fmla="*/ 136211 h 1544432"/>
              <a:gd name="csX10" fmla="*/ 75322 w 1443665"/>
              <a:gd name="csY10" fmla="*/ 1031561 h 1544432"/>
              <a:gd name="csX11" fmla="*/ 203910 w 1443665"/>
              <a:gd name="csY11" fmla="*/ 1122048 h 1544432"/>
              <a:gd name="csX12" fmla="*/ 1161172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87228 w 1443665"/>
              <a:gd name="csY2" fmla="*/ 305279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39678 w 1443665"/>
              <a:gd name="csY5" fmla="*/ 145736 h 1544432"/>
              <a:gd name="csX6" fmla="*/ 94372 w 1443665"/>
              <a:gd name="csY6" fmla="*/ 655323 h 1544432"/>
              <a:gd name="csX7" fmla="*/ 139615 w 1443665"/>
              <a:gd name="csY7" fmla="*/ 805341 h 1544432"/>
              <a:gd name="csX8" fmla="*/ 777791 w 1443665"/>
              <a:gd name="csY8" fmla="*/ 150498 h 1544432"/>
              <a:gd name="csX9" fmla="*/ 963528 w 1443665"/>
              <a:gd name="csY9" fmla="*/ 136211 h 1544432"/>
              <a:gd name="csX10" fmla="*/ 75322 w 1443665"/>
              <a:gd name="csY10" fmla="*/ 1031561 h 1544432"/>
              <a:gd name="csX11" fmla="*/ 203910 w 1443665"/>
              <a:gd name="csY11" fmla="*/ 1122048 h 1544432"/>
              <a:gd name="csX12" fmla="*/ 1161172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87228 w 1443665"/>
              <a:gd name="csY2" fmla="*/ 305279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39678 w 1443665"/>
              <a:gd name="csY5" fmla="*/ 145736 h 1544432"/>
              <a:gd name="csX6" fmla="*/ 94372 w 1443665"/>
              <a:gd name="csY6" fmla="*/ 655323 h 1544432"/>
              <a:gd name="csX7" fmla="*/ 139615 w 1443665"/>
              <a:gd name="csY7" fmla="*/ 805341 h 1544432"/>
              <a:gd name="csX8" fmla="*/ 777791 w 1443665"/>
              <a:gd name="csY8" fmla="*/ 150498 h 1544432"/>
              <a:gd name="csX9" fmla="*/ 901615 w 1443665"/>
              <a:gd name="csY9" fmla="*/ 212411 h 1544432"/>
              <a:gd name="csX10" fmla="*/ 75322 w 1443665"/>
              <a:gd name="csY10" fmla="*/ 1031561 h 1544432"/>
              <a:gd name="csX11" fmla="*/ 203910 w 1443665"/>
              <a:gd name="csY11" fmla="*/ 1122048 h 1544432"/>
              <a:gd name="csX12" fmla="*/ 1161172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87228 w 1443665"/>
              <a:gd name="csY2" fmla="*/ 305279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39678 w 1443665"/>
              <a:gd name="csY5" fmla="*/ 145736 h 1544432"/>
              <a:gd name="csX6" fmla="*/ 94372 w 1443665"/>
              <a:gd name="csY6" fmla="*/ 655323 h 1544432"/>
              <a:gd name="csX7" fmla="*/ 139615 w 1443665"/>
              <a:gd name="csY7" fmla="*/ 805341 h 1544432"/>
              <a:gd name="csX8" fmla="*/ 777791 w 1443665"/>
              <a:gd name="csY8" fmla="*/ 150498 h 1544432"/>
              <a:gd name="csX9" fmla="*/ 901615 w 1443665"/>
              <a:gd name="csY9" fmla="*/ 212411 h 1544432"/>
              <a:gd name="csX10" fmla="*/ 120566 w 1443665"/>
              <a:gd name="csY10" fmla="*/ 1005368 h 1544432"/>
              <a:gd name="csX11" fmla="*/ 203910 w 1443665"/>
              <a:gd name="csY11" fmla="*/ 1122048 h 1544432"/>
              <a:gd name="csX12" fmla="*/ 1161172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8592 h 1544432"/>
              <a:gd name="csX1" fmla="*/ 251534 w 1443665"/>
              <a:gd name="csY1" fmla="*/ 143355 h 1544432"/>
              <a:gd name="csX2" fmla="*/ 87228 w 1443665"/>
              <a:gd name="csY2" fmla="*/ 305279 h 1544432"/>
              <a:gd name="csX3" fmla="*/ 77703 w 1443665"/>
              <a:gd name="csY3" fmla="*/ 500542 h 1544432"/>
              <a:gd name="csX4" fmla="*/ 415841 w 1443665"/>
              <a:gd name="csY4" fmla="*/ 150498 h 1544432"/>
              <a:gd name="csX5" fmla="*/ 639678 w 1443665"/>
              <a:gd name="csY5" fmla="*/ 145736 h 1544432"/>
              <a:gd name="csX6" fmla="*/ 94372 w 1443665"/>
              <a:gd name="csY6" fmla="*/ 655323 h 1544432"/>
              <a:gd name="csX7" fmla="*/ 139615 w 1443665"/>
              <a:gd name="csY7" fmla="*/ 805341 h 1544432"/>
              <a:gd name="csX8" fmla="*/ 777791 w 1443665"/>
              <a:gd name="csY8" fmla="*/ 150498 h 1544432"/>
              <a:gd name="csX9" fmla="*/ 901615 w 1443665"/>
              <a:gd name="csY9" fmla="*/ 212411 h 1544432"/>
              <a:gd name="csX10" fmla="*/ 120566 w 1443665"/>
              <a:gd name="csY10" fmla="*/ 1005368 h 1544432"/>
              <a:gd name="csX11" fmla="*/ 203910 w 1443665"/>
              <a:gd name="csY11" fmla="*/ 1122048 h 1544432"/>
              <a:gd name="csX12" fmla="*/ 1154029 w 1443665"/>
              <a:gd name="csY12" fmla="*/ 124305 h 1544432"/>
              <a:gd name="csX13" fmla="*/ 1342147 w 1443665"/>
              <a:gd name="csY13" fmla="*/ 155261 h 1544432"/>
              <a:gd name="csX14" fmla="*/ 80084 w 1443665"/>
              <a:gd name="csY14" fmla="*/ 1393511 h 1544432"/>
              <a:gd name="csX15" fmla="*/ 258678 w 1443665"/>
              <a:gd name="csY15" fmla="*/ 1405417 h 1544432"/>
              <a:gd name="csX16" fmla="*/ 1315953 w 1443665"/>
              <a:gd name="csY16" fmla="*/ 324330 h 1544432"/>
              <a:gd name="csX17" fmla="*/ 1327859 w 1443665"/>
              <a:gd name="csY17" fmla="*/ 505305 h 1544432"/>
              <a:gd name="csX18" fmla="*/ 437272 w 1443665"/>
              <a:gd name="csY18" fmla="*/ 1419705 h 1544432"/>
              <a:gd name="csX19" fmla="*/ 611103 w 1443665"/>
              <a:gd name="csY19" fmla="*/ 1405417 h 1544432"/>
              <a:gd name="csX20" fmla="*/ 1320716 w 1443665"/>
              <a:gd name="csY20" fmla="*/ 688661 h 1544432"/>
              <a:gd name="csX21" fmla="*/ 1335003 w 1443665"/>
              <a:gd name="csY21" fmla="*/ 862492 h 1544432"/>
              <a:gd name="csX22" fmla="*/ 799222 w 1443665"/>
              <a:gd name="csY22" fmla="*/ 1410180 h 1544432"/>
              <a:gd name="csX23" fmla="*/ 999247 w 1443665"/>
              <a:gd name="csY23" fmla="*/ 1400655 h 1544432"/>
              <a:gd name="csX24" fmla="*/ 1325478 w 1443665"/>
              <a:gd name="csY24" fmla="*/ 1036323 h 1544432"/>
              <a:gd name="csX25" fmla="*/ 1339766 w 1443665"/>
              <a:gd name="csY25" fmla="*/ 1217298 h 1544432"/>
              <a:gd name="csX26" fmla="*/ 1187366 w 1443665"/>
              <a:gd name="csY26" fmla="*/ 1405417 h 1544432"/>
              <a:gd name="csX27" fmla="*/ 1363578 w 1443665"/>
              <a:gd name="csY27" fmla="*/ 1424467 h 1544432"/>
              <a:gd name="csX0" fmla="*/ 80084 w 1443665"/>
              <a:gd name="csY0" fmla="*/ 134694 h 1540084"/>
              <a:gd name="csX1" fmla="*/ 251534 w 1443665"/>
              <a:gd name="csY1" fmla="*/ 139457 h 1540084"/>
              <a:gd name="csX2" fmla="*/ 87228 w 1443665"/>
              <a:gd name="csY2" fmla="*/ 301381 h 1540084"/>
              <a:gd name="csX3" fmla="*/ 77703 w 1443665"/>
              <a:gd name="csY3" fmla="*/ 496644 h 1540084"/>
              <a:gd name="csX4" fmla="*/ 415841 w 1443665"/>
              <a:gd name="csY4" fmla="*/ 146600 h 1540084"/>
              <a:gd name="csX5" fmla="*/ 639678 w 1443665"/>
              <a:gd name="csY5" fmla="*/ 141838 h 1540084"/>
              <a:gd name="csX6" fmla="*/ 94372 w 1443665"/>
              <a:gd name="csY6" fmla="*/ 651425 h 1540084"/>
              <a:gd name="csX7" fmla="*/ 139615 w 1443665"/>
              <a:gd name="csY7" fmla="*/ 801443 h 1540084"/>
              <a:gd name="csX8" fmla="*/ 777791 w 1443665"/>
              <a:gd name="csY8" fmla="*/ 146600 h 1540084"/>
              <a:gd name="csX9" fmla="*/ 901615 w 1443665"/>
              <a:gd name="csY9" fmla="*/ 208513 h 1540084"/>
              <a:gd name="csX10" fmla="*/ 120566 w 1443665"/>
              <a:gd name="csY10" fmla="*/ 1001470 h 1540084"/>
              <a:gd name="csX11" fmla="*/ 203910 w 1443665"/>
              <a:gd name="csY11" fmla="*/ 1118150 h 1540084"/>
              <a:gd name="csX12" fmla="*/ 1154029 w 1443665"/>
              <a:gd name="csY12" fmla="*/ 120407 h 1540084"/>
              <a:gd name="csX13" fmla="*/ 1342147 w 1443665"/>
              <a:gd name="csY13" fmla="*/ 158506 h 1540084"/>
              <a:gd name="csX14" fmla="*/ 80084 w 1443665"/>
              <a:gd name="csY14" fmla="*/ 1389613 h 1540084"/>
              <a:gd name="csX15" fmla="*/ 258678 w 1443665"/>
              <a:gd name="csY15" fmla="*/ 1401519 h 1540084"/>
              <a:gd name="csX16" fmla="*/ 1315953 w 1443665"/>
              <a:gd name="csY16" fmla="*/ 320432 h 1540084"/>
              <a:gd name="csX17" fmla="*/ 1327859 w 1443665"/>
              <a:gd name="csY17" fmla="*/ 501407 h 1540084"/>
              <a:gd name="csX18" fmla="*/ 437272 w 1443665"/>
              <a:gd name="csY18" fmla="*/ 1415807 h 1540084"/>
              <a:gd name="csX19" fmla="*/ 611103 w 1443665"/>
              <a:gd name="csY19" fmla="*/ 1401519 h 1540084"/>
              <a:gd name="csX20" fmla="*/ 1320716 w 1443665"/>
              <a:gd name="csY20" fmla="*/ 684763 h 1540084"/>
              <a:gd name="csX21" fmla="*/ 1335003 w 1443665"/>
              <a:gd name="csY21" fmla="*/ 858594 h 1540084"/>
              <a:gd name="csX22" fmla="*/ 799222 w 1443665"/>
              <a:gd name="csY22" fmla="*/ 1406282 h 1540084"/>
              <a:gd name="csX23" fmla="*/ 999247 w 1443665"/>
              <a:gd name="csY23" fmla="*/ 1396757 h 1540084"/>
              <a:gd name="csX24" fmla="*/ 1325478 w 1443665"/>
              <a:gd name="csY24" fmla="*/ 1032425 h 1540084"/>
              <a:gd name="csX25" fmla="*/ 1339766 w 1443665"/>
              <a:gd name="csY25" fmla="*/ 1213400 h 1540084"/>
              <a:gd name="csX26" fmla="*/ 1187366 w 1443665"/>
              <a:gd name="csY26" fmla="*/ 1401519 h 1540084"/>
              <a:gd name="csX27" fmla="*/ 1363578 w 1443665"/>
              <a:gd name="csY27" fmla="*/ 1420569 h 1540084"/>
              <a:gd name="csX0" fmla="*/ 80084 w 1443665"/>
              <a:gd name="csY0" fmla="*/ 69854 h 1475244"/>
              <a:gd name="csX1" fmla="*/ 251534 w 1443665"/>
              <a:gd name="csY1" fmla="*/ 74617 h 1475244"/>
              <a:gd name="csX2" fmla="*/ 87228 w 1443665"/>
              <a:gd name="csY2" fmla="*/ 236541 h 1475244"/>
              <a:gd name="csX3" fmla="*/ 77703 w 1443665"/>
              <a:gd name="csY3" fmla="*/ 431804 h 1475244"/>
              <a:gd name="csX4" fmla="*/ 415841 w 1443665"/>
              <a:gd name="csY4" fmla="*/ 81760 h 1475244"/>
              <a:gd name="csX5" fmla="*/ 639678 w 1443665"/>
              <a:gd name="csY5" fmla="*/ 76998 h 1475244"/>
              <a:gd name="csX6" fmla="*/ 94372 w 1443665"/>
              <a:gd name="csY6" fmla="*/ 586585 h 1475244"/>
              <a:gd name="csX7" fmla="*/ 139615 w 1443665"/>
              <a:gd name="csY7" fmla="*/ 736603 h 1475244"/>
              <a:gd name="csX8" fmla="*/ 777791 w 1443665"/>
              <a:gd name="csY8" fmla="*/ 81760 h 1475244"/>
              <a:gd name="csX9" fmla="*/ 901615 w 1443665"/>
              <a:gd name="csY9" fmla="*/ 143673 h 1475244"/>
              <a:gd name="csX10" fmla="*/ 120566 w 1443665"/>
              <a:gd name="csY10" fmla="*/ 936630 h 1475244"/>
              <a:gd name="csX11" fmla="*/ 203910 w 1443665"/>
              <a:gd name="csY11" fmla="*/ 1053310 h 1475244"/>
              <a:gd name="csX12" fmla="*/ 1015917 w 1443665"/>
              <a:gd name="csY12" fmla="*/ 193679 h 1475244"/>
              <a:gd name="csX13" fmla="*/ 1342147 w 1443665"/>
              <a:gd name="csY13" fmla="*/ 93666 h 1475244"/>
              <a:gd name="csX14" fmla="*/ 80084 w 1443665"/>
              <a:gd name="csY14" fmla="*/ 1324773 h 1475244"/>
              <a:gd name="csX15" fmla="*/ 258678 w 1443665"/>
              <a:gd name="csY15" fmla="*/ 1336679 h 1475244"/>
              <a:gd name="csX16" fmla="*/ 1315953 w 1443665"/>
              <a:gd name="csY16" fmla="*/ 255592 h 1475244"/>
              <a:gd name="csX17" fmla="*/ 1327859 w 1443665"/>
              <a:gd name="csY17" fmla="*/ 436567 h 1475244"/>
              <a:gd name="csX18" fmla="*/ 437272 w 1443665"/>
              <a:gd name="csY18" fmla="*/ 1350967 h 1475244"/>
              <a:gd name="csX19" fmla="*/ 611103 w 1443665"/>
              <a:gd name="csY19" fmla="*/ 1336679 h 1475244"/>
              <a:gd name="csX20" fmla="*/ 1320716 w 1443665"/>
              <a:gd name="csY20" fmla="*/ 619923 h 1475244"/>
              <a:gd name="csX21" fmla="*/ 1335003 w 1443665"/>
              <a:gd name="csY21" fmla="*/ 793754 h 1475244"/>
              <a:gd name="csX22" fmla="*/ 799222 w 1443665"/>
              <a:gd name="csY22" fmla="*/ 1341442 h 1475244"/>
              <a:gd name="csX23" fmla="*/ 999247 w 1443665"/>
              <a:gd name="csY23" fmla="*/ 1331917 h 1475244"/>
              <a:gd name="csX24" fmla="*/ 1325478 w 1443665"/>
              <a:gd name="csY24" fmla="*/ 967585 h 1475244"/>
              <a:gd name="csX25" fmla="*/ 1339766 w 1443665"/>
              <a:gd name="csY25" fmla="*/ 1148560 h 1475244"/>
              <a:gd name="csX26" fmla="*/ 1187366 w 1443665"/>
              <a:gd name="csY26" fmla="*/ 1336679 h 1475244"/>
              <a:gd name="csX27" fmla="*/ 1363578 w 1443665"/>
              <a:gd name="csY27" fmla="*/ 1355729 h 1475244"/>
              <a:gd name="csX0" fmla="*/ 38766 w 1402347"/>
              <a:gd name="csY0" fmla="*/ 56491 h 1433502"/>
              <a:gd name="csX1" fmla="*/ 210216 w 1402347"/>
              <a:gd name="csY1" fmla="*/ 61254 h 1433502"/>
              <a:gd name="csX2" fmla="*/ 45910 w 1402347"/>
              <a:gd name="csY2" fmla="*/ 223178 h 1433502"/>
              <a:gd name="csX3" fmla="*/ 36385 w 1402347"/>
              <a:gd name="csY3" fmla="*/ 418441 h 1433502"/>
              <a:gd name="csX4" fmla="*/ 374523 w 1402347"/>
              <a:gd name="csY4" fmla="*/ 68397 h 1433502"/>
              <a:gd name="csX5" fmla="*/ 598360 w 1402347"/>
              <a:gd name="csY5" fmla="*/ 63635 h 1433502"/>
              <a:gd name="csX6" fmla="*/ 53054 w 1402347"/>
              <a:gd name="csY6" fmla="*/ 573222 h 1433502"/>
              <a:gd name="csX7" fmla="*/ 98297 w 1402347"/>
              <a:gd name="csY7" fmla="*/ 723240 h 1433502"/>
              <a:gd name="csX8" fmla="*/ 736473 w 1402347"/>
              <a:gd name="csY8" fmla="*/ 68397 h 1433502"/>
              <a:gd name="csX9" fmla="*/ 860297 w 1402347"/>
              <a:gd name="csY9" fmla="*/ 130310 h 1433502"/>
              <a:gd name="csX10" fmla="*/ 79248 w 1402347"/>
              <a:gd name="csY10" fmla="*/ 923267 h 1433502"/>
              <a:gd name="csX11" fmla="*/ 162592 w 1402347"/>
              <a:gd name="csY11" fmla="*/ 1039947 h 1433502"/>
              <a:gd name="csX12" fmla="*/ 974599 w 1402347"/>
              <a:gd name="csY12" fmla="*/ 180316 h 1433502"/>
              <a:gd name="csX13" fmla="*/ 1300829 w 1402347"/>
              <a:gd name="csY13" fmla="*/ 80303 h 1433502"/>
              <a:gd name="csX14" fmla="*/ 188785 w 1402347"/>
              <a:gd name="csY14" fmla="*/ 1130435 h 1433502"/>
              <a:gd name="csX15" fmla="*/ 217360 w 1402347"/>
              <a:gd name="csY15" fmla="*/ 1323316 h 1433502"/>
              <a:gd name="csX16" fmla="*/ 1274635 w 1402347"/>
              <a:gd name="csY16" fmla="*/ 242229 h 1433502"/>
              <a:gd name="csX17" fmla="*/ 1286541 w 1402347"/>
              <a:gd name="csY17" fmla="*/ 423204 h 1433502"/>
              <a:gd name="csX18" fmla="*/ 395954 w 1402347"/>
              <a:gd name="csY18" fmla="*/ 1337604 h 1433502"/>
              <a:gd name="csX19" fmla="*/ 569785 w 1402347"/>
              <a:gd name="csY19" fmla="*/ 1323316 h 1433502"/>
              <a:gd name="csX20" fmla="*/ 1279398 w 1402347"/>
              <a:gd name="csY20" fmla="*/ 606560 h 1433502"/>
              <a:gd name="csX21" fmla="*/ 1293685 w 1402347"/>
              <a:gd name="csY21" fmla="*/ 780391 h 1433502"/>
              <a:gd name="csX22" fmla="*/ 757904 w 1402347"/>
              <a:gd name="csY22" fmla="*/ 1328079 h 1433502"/>
              <a:gd name="csX23" fmla="*/ 957929 w 1402347"/>
              <a:gd name="csY23" fmla="*/ 1318554 h 1433502"/>
              <a:gd name="csX24" fmla="*/ 1284160 w 1402347"/>
              <a:gd name="csY24" fmla="*/ 954222 h 1433502"/>
              <a:gd name="csX25" fmla="*/ 1298448 w 1402347"/>
              <a:gd name="csY25" fmla="*/ 1135197 h 1433502"/>
              <a:gd name="csX26" fmla="*/ 1146048 w 1402347"/>
              <a:gd name="csY26" fmla="*/ 1323316 h 1433502"/>
              <a:gd name="csX27" fmla="*/ 1322260 w 1402347"/>
              <a:gd name="csY27" fmla="*/ 1342366 h 1433502"/>
              <a:gd name="csX0" fmla="*/ 38766 w 1369756"/>
              <a:gd name="csY0" fmla="*/ 56491 h 1433502"/>
              <a:gd name="csX1" fmla="*/ 210216 w 1369756"/>
              <a:gd name="csY1" fmla="*/ 61254 h 1433502"/>
              <a:gd name="csX2" fmla="*/ 45910 w 1369756"/>
              <a:gd name="csY2" fmla="*/ 223178 h 1433502"/>
              <a:gd name="csX3" fmla="*/ 36385 w 1369756"/>
              <a:gd name="csY3" fmla="*/ 418441 h 1433502"/>
              <a:gd name="csX4" fmla="*/ 374523 w 1369756"/>
              <a:gd name="csY4" fmla="*/ 68397 h 1433502"/>
              <a:gd name="csX5" fmla="*/ 598360 w 1369756"/>
              <a:gd name="csY5" fmla="*/ 63635 h 1433502"/>
              <a:gd name="csX6" fmla="*/ 53054 w 1369756"/>
              <a:gd name="csY6" fmla="*/ 573222 h 1433502"/>
              <a:gd name="csX7" fmla="*/ 98297 w 1369756"/>
              <a:gd name="csY7" fmla="*/ 723240 h 1433502"/>
              <a:gd name="csX8" fmla="*/ 736473 w 1369756"/>
              <a:gd name="csY8" fmla="*/ 68397 h 1433502"/>
              <a:gd name="csX9" fmla="*/ 860297 w 1369756"/>
              <a:gd name="csY9" fmla="*/ 130310 h 1433502"/>
              <a:gd name="csX10" fmla="*/ 79248 w 1369756"/>
              <a:gd name="csY10" fmla="*/ 923267 h 1433502"/>
              <a:gd name="csX11" fmla="*/ 162592 w 1369756"/>
              <a:gd name="csY11" fmla="*/ 1039947 h 1433502"/>
              <a:gd name="csX12" fmla="*/ 974599 w 1369756"/>
              <a:gd name="csY12" fmla="*/ 180316 h 1433502"/>
              <a:gd name="csX13" fmla="*/ 1300829 w 1369756"/>
              <a:gd name="csY13" fmla="*/ 80303 h 1433502"/>
              <a:gd name="csX14" fmla="*/ 188785 w 1369756"/>
              <a:gd name="csY14" fmla="*/ 1130435 h 1433502"/>
              <a:gd name="csX15" fmla="*/ 217360 w 1369756"/>
              <a:gd name="csY15" fmla="*/ 1323316 h 1433502"/>
              <a:gd name="csX16" fmla="*/ 1210342 w 1369756"/>
              <a:gd name="csY16" fmla="*/ 294617 h 1433502"/>
              <a:gd name="csX17" fmla="*/ 1286541 w 1369756"/>
              <a:gd name="csY17" fmla="*/ 423204 h 1433502"/>
              <a:gd name="csX18" fmla="*/ 395954 w 1369756"/>
              <a:gd name="csY18" fmla="*/ 1337604 h 1433502"/>
              <a:gd name="csX19" fmla="*/ 569785 w 1369756"/>
              <a:gd name="csY19" fmla="*/ 1323316 h 1433502"/>
              <a:gd name="csX20" fmla="*/ 1279398 w 1369756"/>
              <a:gd name="csY20" fmla="*/ 606560 h 1433502"/>
              <a:gd name="csX21" fmla="*/ 1293685 w 1369756"/>
              <a:gd name="csY21" fmla="*/ 780391 h 1433502"/>
              <a:gd name="csX22" fmla="*/ 757904 w 1369756"/>
              <a:gd name="csY22" fmla="*/ 1328079 h 1433502"/>
              <a:gd name="csX23" fmla="*/ 957929 w 1369756"/>
              <a:gd name="csY23" fmla="*/ 1318554 h 1433502"/>
              <a:gd name="csX24" fmla="*/ 1284160 w 1369756"/>
              <a:gd name="csY24" fmla="*/ 954222 h 1433502"/>
              <a:gd name="csX25" fmla="*/ 1298448 w 1369756"/>
              <a:gd name="csY25" fmla="*/ 1135197 h 1433502"/>
              <a:gd name="csX26" fmla="*/ 1146048 w 1369756"/>
              <a:gd name="csY26" fmla="*/ 1323316 h 1433502"/>
              <a:gd name="csX27" fmla="*/ 1322260 w 1369756"/>
              <a:gd name="csY27" fmla="*/ 1342366 h 1433502"/>
              <a:gd name="csX0" fmla="*/ 38766 w 1364856"/>
              <a:gd name="csY0" fmla="*/ 56491 h 1384844"/>
              <a:gd name="csX1" fmla="*/ 210216 w 1364856"/>
              <a:gd name="csY1" fmla="*/ 61254 h 1384844"/>
              <a:gd name="csX2" fmla="*/ 45910 w 1364856"/>
              <a:gd name="csY2" fmla="*/ 223178 h 1384844"/>
              <a:gd name="csX3" fmla="*/ 36385 w 1364856"/>
              <a:gd name="csY3" fmla="*/ 418441 h 1384844"/>
              <a:gd name="csX4" fmla="*/ 374523 w 1364856"/>
              <a:gd name="csY4" fmla="*/ 68397 h 1384844"/>
              <a:gd name="csX5" fmla="*/ 598360 w 1364856"/>
              <a:gd name="csY5" fmla="*/ 63635 h 1384844"/>
              <a:gd name="csX6" fmla="*/ 53054 w 1364856"/>
              <a:gd name="csY6" fmla="*/ 573222 h 1384844"/>
              <a:gd name="csX7" fmla="*/ 98297 w 1364856"/>
              <a:gd name="csY7" fmla="*/ 723240 h 1384844"/>
              <a:gd name="csX8" fmla="*/ 736473 w 1364856"/>
              <a:gd name="csY8" fmla="*/ 68397 h 1384844"/>
              <a:gd name="csX9" fmla="*/ 860297 w 1364856"/>
              <a:gd name="csY9" fmla="*/ 130310 h 1384844"/>
              <a:gd name="csX10" fmla="*/ 79248 w 1364856"/>
              <a:gd name="csY10" fmla="*/ 923267 h 1384844"/>
              <a:gd name="csX11" fmla="*/ 162592 w 1364856"/>
              <a:gd name="csY11" fmla="*/ 1039947 h 1384844"/>
              <a:gd name="csX12" fmla="*/ 974599 w 1364856"/>
              <a:gd name="csY12" fmla="*/ 180316 h 1384844"/>
              <a:gd name="csX13" fmla="*/ 1300829 w 1364856"/>
              <a:gd name="csY13" fmla="*/ 80303 h 1384844"/>
              <a:gd name="csX14" fmla="*/ 188785 w 1364856"/>
              <a:gd name="csY14" fmla="*/ 1130435 h 1384844"/>
              <a:gd name="csX15" fmla="*/ 217360 w 1364856"/>
              <a:gd name="csY15" fmla="*/ 1323316 h 1384844"/>
              <a:gd name="csX16" fmla="*/ 1210342 w 1364856"/>
              <a:gd name="csY16" fmla="*/ 294617 h 1384844"/>
              <a:gd name="csX17" fmla="*/ 1286541 w 1364856"/>
              <a:gd name="csY17" fmla="*/ 423204 h 1384844"/>
              <a:gd name="csX18" fmla="*/ 465010 w 1364856"/>
              <a:gd name="csY18" fmla="*/ 1244735 h 1384844"/>
              <a:gd name="csX19" fmla="*/ 569785 w 1364856"/>
              <a:gd name="csY19" fmla="*/ 1323316 h 1384844"/>
              <a:gd name="csX20" fmla="*/ 1279398 w 1364856"/>
              <a:gd name="csY20" fmla="*/ 606560 h 1384844"/>
              <a:gd name="csX21" fmla="*/ 1293685 w 1364856"/>
              <a:gd name="csY21" fmla="*/ 780391 h 1384844"/>
              <a:gd name="csX22" fmla="*/ 757904 w 1364856"/>
              <a:gd name="csY22" fmla="*/ 1328079 h 1384844"/>
              <a:gd name="csX23" fmla="*/ 957929 w 1364856"/>
              <a:gd name="csY23" fmla="*/ 1318554 h 1384844"/>
              <a:gd name="csX24" fmla="*/ 1284160 w 1364856"/>
              <a:gd name="csY24" fmla="*/ 954222 h 1384844"/>
              <a:gd name="csX25" fmla="*/ 1298448 w 1364856"/>
              <a:gd name="csY25" fmla="*/ 1135197 h 1384844"/>
              <a:gd name="csX26" fmla="*/ 1146048 w 1364856"/>
              <a:gd name="csY26" fmla="*/ 1323316 h 1384844"/>
              <a:gd name="csX27" fmla="*/ 1322260 w 1364856"/>
              <a:gd name="csY27" fmla="*/ 1342366 h 1384844"/>
              <a:gd name="csX0" fmla="*/ 38766 w 1364856"/>
              <a:gd name="csY0" fmla="*/ 55812 h 1384165"/>
              <a:gd name="csX1" fmla="*/ 210216 w 1364856"/>
              <a:gd name="csY1" fmla="*/ 60575 h 1384165"/>
              <a:gd name="csX2" fmla="*/ 45910 w 1364856"/>
              <a:gd name="csY2" fmla="*/ 222499 h 1384165"/>
              <a:gd name="csX3" fmla="*/ 36385 w 1364856"/>
              <a:gd name="csY3" fmla="*/ 417762 h 1384165"/>
              <a:gd name="csX4" fmla="*/ 374523 w 1364856"/>
              <a:gd name="csY4" fmla="*/ 67718 h 1384165"/>
              <a:gd name="csX5" fmla="*/ 598360 w 1364856"/>
              <a:gd name="csY5" fmla="*/ 62956 h 1384165"/>
              <a:gd name="csX6" fmla="*/ 53054 w 1364856"/>
              <a:gd name="csY6" fmla="*/ 572543 h 1384165"/>
              <a:gd name="csX7" fmla="*/ 98297 w 1364856"/>
              <a:gd name="csY7" fmla="*/ 722561 h 1384165"/>
              <a:gd name="csX8" fmla="*/ 736473 w 1364856"/>
              <a:gd name="csY8" fmla="*/ 67718 h 1384165"/>
              <a:gd name="csX9" fmla="*/ 860297 w 1364856"/>
              <a:gd name="csY9" fmla="*/ 129631 h 1384165"/>
              <a:gd name="csX10" fmla="*/ 79248 w 1364856"/>
              <a:gd name="csY10" fmla="*/ 922588 h 1384165"/>
              <a:gd name="csX11" fmla="*/ 148305 w 1364856"/>
              <a:gd name="csY11" fmla="*/ 1022599 h 1384165"/>
              <a:gd name="csX12" fmla="*/ 974599 w 1364856"/>
              <a:gd name="csY12" fmla="*/ 179637 h 1384165"/>
              <a:gd name="csX13" fmla="*/ 1300829 w 1364856"/>
              <a:gd name="csY13" fmla="*/ 79624 h 1384165"/>
              <a:gd name="csX14" fmla="*/ 188785 w 1364856"/>
              <a:gd name="csY14" fmla="*/ 1129756 h 1384165"/>
              <a:gd name="csX15" fmla="*/ 217360 w 1364856"/>
              <a:gd name="csY15" fmla="*/ 1322637 h 1384165"/>
              <a:gd name="csX16" fmla="*/ 1210342 w 1364856"/>
              <a:gd name="csY16" fmla="*/ 293938 h 1384165"/>
              <a:gd name="csX17" fmla="*/ 1286541 w 1364856"/>
              <a:gd name="csY17" fmla="*/ 422525 h 1384165"/>
              <a:gd name="csX18" fmla="*/ 465010 w 1364856"/>
              <a:gd name="csY18" fmla="*/ 1244056 h 1384165"/>
              <a:gd name="csX19" fmla="*/ 569785 w 1364856"/>
              <a:gd name="csY19" fmla="*/ 1322637 h 1384165"/>
              <a:gd name="csX20" fmla="*/ 1279398 w 1364856"/>
              <a:gd name="csY20" fmla="*/ 605881 h 1384165"/>
              <a:gd name="csX21" fmla="*/ 1293685 w 1364856"/>
              <a:gd name="csY21" fmla="*/ 779712 h 1384165"/>
              <a:gd name="csX22" fmla="*/ 757904 w 1364856"/>
              <a:gd name="csY22" fmla="*/ 1327400 h 1384165"/>
              <a:gd name="csX23" fmla="*/ 957929 w 1364856"/>
              <a:gd name="csY23" fmla="*/ 1317875 h 1384165"/>
              <a:gd name="csX24" fmla="*/ 1284160 w 1364856"/>
              <a:gd name="csY24" fmla="*/ 953543 h 1384165"/>
              <a:gd name="csX25" fmla="*/ 1298448 w 1364856"/>
              <a:gd name="csY25" fmla="*/ 1134518 h 1384165"/>
              <a:gd name="csX26" fmla="*/ 1146048 w 1364856"/>
              <a:gd name="csY26" fmla="*/ 1322637 h 1384165"/>
              <a:gd name="csX27" fmla="*/ 1322260 w 1364856"/>
              <a:gd name="csY27" fmla="*/ 1341687 h 1384165"/>
              <a:gd name="csX0" fmla="*/ 38766 w 1364856"/>
              <a:gd name="csY0" fmla="*/ 55812 h 1384165"/>
              <a:gd name="csX1" fmla="*/ 210216 w 1364856"/>
              <a:gd name="csY1" fmla="*/ 60575 h 1384165"/>
              <a:gd name="csX2" fmla="*/ 45910 w 1364856"/>
              <a:gd name="csY2" fmla="*/ 222499 h 1384165"/>
              <a:gd name="csX3" fmla="*/ 36385 w 1364856"/>
              <a:gd name="csY3" fmla="*/ 417762 h 1384165"/>
              <a:gd name="csX4" fmla="*/ 374523 w 1364856"/>
              <a:gd name="csY4" fmla="*/ 67718 h 1384165"/>
              <a:gd name="csX5" fmla="*/ 598360 w 1364856"/>
              <a:gd name="csY5" fmla="*/ 62956 h 1384165"/>
              <a:gd name="csX6" fmla="*/ 53054 w 1364856"/>
              <a:gd name="csY6" fmla="*/ 572543 h 1384165"/>
              <a:gd name="csX7" fmla="*/ 98297 w 1364856"/>
              <a:gd name="csY7" fmla="*/ 722561 h 1384165"/>
              <a:gd name="csX8" fmla="*/ 736473 w 1364856"/>
              <a:gd name="csY8" fmla="*/ 67718 h 1384165"/>
              <a:gd name="csX9" fmla="*/ 860297 w 1364856"/>
              <a:gd name="csY9" fmla="*/ 129631 h 1384165"/>
              <a:gd name="csX10" fmla="*/ 79248 w 1364856"/>
              <a:gd name="csY10" fmla="*/ 922588 h 1384165"/>
              <a:gd name="csX11" fmla="*/ 148305 w 1364856"/>
              <a:gd name="csY11" fmla="*/ 1022599 h 1384165"/>
              <a:gd name="csX12" fmla="*/ 986506 w 1364856"/>
              <a:gd name="csY12" fmla="*/ 179637 h 1384165"/>
              <a:gd name="csX13" fmla="*/ 1300829 w 1364856"/>
              <a:gd name="csY13" fmla="*/ 79624 h 1384165"/>
              <a:gd name="csX14" fmla="*/ 188785 w 1364856"/>
              <a:gd name="csY14" fmla="*/ 1129756 h 1384165"/>
              <a:gd name="csX15" fmla="*/ 217360 w 1364856"/>
              <a:gd name="csY15" fmla="*/ 1322637 h 1384165"/>
              <a:gd name="csX16" fmla="*/ 1210342 w 1364856"/>
              <a:gd name="csY16" fmla="*/ 293938 h 1384165"/>
              <a:gd name="csX17" fmla="*/ 1286541 w 1364856"/>
              <a:gd name="csY17" fmla="*/ 422525 h 1384165"/>
              <a:gd name="csX18" fmla="*/ 465010 w 1364856"/>
              <a:gd name="csY18" fmla="*/ 1244056 h 1384165"/>
              <a:gd name="csX19" fmla="*/ 569785 w 1364856"/>
              <a:gd name="csY19" fmla="*/ 1322637 h 1384165"/>
              <a:gd name="csX20" fmla="*/ 1279398 w 1364856"/>
              <a:gd name="csY20" fmla="*/ 605881 h 1384165"/>
              <a:gd name="csX21" fmla="*/ 1293685 w 1364856"/>
              <a:gd name="csY21" fmla="*/ 779712 h 1384165"/>
              <a:gd name="csX22" fmla="*/ 757904 w 1364856"/>
              <a:gd name="csY22" fmla="*/ 1327400 h 1384165"/>
              <a:gd name="csX23" fmla="*/ 957929 w 1364856"/>
              <a:gd name="csY23" fmla="*/ 1317875 h 1384165"/>
              <a:gd name="csX24" fmla="*/ 1284160 w 1364856"/>
              <a:gd name="csY24" fmla="*/ 953543 h 1384165"/>
              <a:gd name="csX25" fmla="*/ 1298448 w 1364856"/>
              <a:gd name="csY25" fmla="*/ 1134518 h 1384165"/>
              <a:gd name="csX26" fmla="*/ 1146048 w 1364856"/>
              <a:gd name="csY26" fmla="*/ 1322637 h 1384165"/>
              <a:gd name="csX27" fmla="*/ 1322260 w 1364856"/>
              <a:gd name="csY27" fmla="*/ 1341687 h 1384165"/>
              <a:gd name="csX0" fmla="*/ 37094 w 1363184"/>
              <a:gd name="csY0" fmla="*/ 55812 h 1384165"/>
              <a:gd name="csX1" fmla="*/ 208544 w 1363184"/>
              <a:gd name="csY1" fmla="*/ 60575 h 1384165"/>
              <a:gd name="csX2" fmla="*/ 44238 w 1363184"/>
              <a:gd name="csY2" fmla="*/ 222499 h 1384165"/>
              <a:gd name="csX3" fmla="*/ 34713 w 1363184"/>
              <a:gd name="csY3" fmla="*/ 417762 h 1384165"/>
              <a:gd name="csX4" fmla="*/ 372851 w 1363184"/>
              <a:gd name="csY4" fmla="*/ 67718 h 1384165"/>
              <a:gd name="csX5" fmla="*/ 572875 w 1363184"/>
              <a:gd name="csY5" fmla="*/ 55812 h 1384165"/>
              <a:gd name="csX6" fmla="*/ 51382 w 1363184"/>
              <a:gd name="csY6" fmla="*/ 572543 h 1384165"/>
              <a:gd name="csX7" fmla="*/ 96625 w 1363184"/>
              <a:gd name="csY7" fmla="*/ 722561 h 1384165"/>
              <a:gd name="csX8" fmla="*/ 734801 w 1363184"/>
              <a:gd name="csY8" fmla="*/ 67718 h 1384165"/>
              <a:gd name="csX9" fmla="*/ 858625 w 1363184"/>
              <a:gd name="csY9" fmla="*/ 129631 h 1384165"/>
              <a:gd name="csX10" fmla="*/ 77576 w 1363184"/>
              <a:gd name="csY10" fmla="*/ 922588 h 1384165"/>
              <a:gd name="csX11" fmla="*/ 146633 w 1363184"/>
              <a:gd name="csY11" fmla="*/ 1022599 h 1384165"/>
              <a:gd name="csX12" fmla="*/ 984834 w 1363184"/>
              <a:gd name="csY12" fmla="*/ 179637 h 1384165"/>
              <a:gd name="csX13" fmla="*/ 1299157 w 1363184"/>
              <a:gd name="csY13" fmla="*/ 79624 h 1384165"/>
              <a:gd name="csX14" fmla="*/ 187113 w 1363184"/>
              <a:gd name="csY14" fmla="*/ 1129756 h 1384165"/>
              <a:gd name="csX15" fmla="*/ 215688 w 1363184"/>
              <a:gd name="csY15" fmla="*/ 1322637 h 1384165"/>
              <a:gd name="csX16" fmla="*/ 1208670 w 1363184"/>
              <a:gd name="csY16" fmla="*/ 293938 h 1384165"/>
              <a:gd name="csX17" fmla="*/ 1284869 w 1363184"/>
              <a:gd name="csY17" fmla="*/ 422525 h 1384165"/>
              <a:gd name="csX18" fmla="*/ 463338 w 1363184"/>
              <a:gd name="csY18" fmla="*/ 1244056 h 1384165"/>
              <a:gd name="csX19" fmla="*/ 568113 w 1363184"/>
              <a:gd name="csY19" fmla="*/ 1322637 h 1384165"/>
              <a:gd name="csX20" fmla="*/ 1277726 w 1363184"/>
              <a:gd name="csY20" fmla="*/ 605881 h 1384165"/>
              <a:gd name="csX21" fmla="*/ 1292013 w 1363184"/>
              <a:gd name="csY21" fmla="*/ 779712 h 1384165"/>
              <a:gd name="csX22" fmla="*/ 756232 w 1363184"/>
              <a:gd name="csY22" fmla="*/ 1327400 h 1384165"/>
              <a:gd name="csX23" fmla="*/ 956257 w 1363184"/>
              <a:gd name="csY23" fmla="*/ 1317875 h 1384165"/>
              <a:gd name="csX24" fmla="*/ 1282488 w 1363184"/>
              <a:gd name="csY24" fmla="*/ 953543 h 1384165"/>
              <a:gd name="csX25" fmla="*/ 1296776 w 1363184"/>
              <a:gd name="csY25" fmla="*/ 1134518 h 1384165"/>
              <a:gd name="csX26" fmla="*/ 1144376 w 1363184"/>
              <a:gd name="csY26" fmla="*/ 1322637 h 1384165"/>
              <a:gd name="csX27" fmla="*/ 1320588 w 1363184"/>
              <a:gd name="csY27" fmla="*/ 1341687 h 1384165"/>
              <a:gd name="csX0" fmla="*/ 31083 w 1357173"/>
              <a:gd name="csY0" fmla="*/ 55812 h 1384165"/>
              <a:gd name="csX1" fmla="*/ 202533 w 1357173"/>
              <a:gd name="csY1" fmla="*/ 60575 h 1384165"/>
              <a:gd name="csX2" fmla="*/ 38227 w 1357173"/>
              <a:gd name="csY2" fmla="*/ 222499 h 1384165"/>
              <a:gd name="csX3" fmla="*/ 28702 w 1357173"/>
              <a:gd name="csY3" fmla="*/ 417762 h 1384165"/>
              <a:gd name="csX4" fmla="*/ 366840 w 1357173"/>
              <a:gd name="csY4" fmla="*/ 67718 h 1384165"/>
              <a:gd name="csX5" fmla="*/ 566864 w 1357173"/>
              <a:gd name="csY5" fmla="*/ 55812 h 1384165"/>
              <a:gd name="csX6" fmla="*/ 57277 w 1357173"/>
              <a:gd name="csY6" fmla="*/ 579687 h 1384165"/>
              <a:gd name="csX7" fmla="*/ 90614 w 1357173"/>
              <a:gd name="csY7" fmla="*/ 722561 h 1384165"/>
              <a:gd name="csX8" fmla="*/ 728790 w 1357173"/>
              <a:gd name="csY8" fmla="*/ 67718 h 1384165"/>
              <a:gd name="csX9" fmla="*/ 852614 w 1357173"/>
              <a:gd name="csY9" fmla="*/ 129631 h 1384165"/>
              <a:gd name="csX10" fmla="*/ 71565 w 1357173"/>
              <a:gd name="csY10" fmla="*/ 922588 h 1384165"/>
              <a:gd name="csX11" fmla="*/ 140622 w 1357173"/>
              <a:gd name="csY11" fmla="*/ 1022599 h 1384165"/>
              <a:gd name="csX12" fmla="*/ 978823 w 1357173"/>
              <a:gd name="csY12" fmla="*/ 179637 h 1384165"/>
              <a:gd name="csX13" fmla="*/ 1293146 w 1357173"/>
              <a:gd name="csY13" fmla="*/ 79624 h 1384165"/>
              <a:gd name="csX14" fmla="*/ 181102 w 1357173"/>
              <a:gd name="csY14" fmla="*/ 1129756 h 1384165"/>
              <a:gd name="csX15" fmla="*/ 209677 w 1357173"/>
              <a:gd name="csY15" fmla="*/ 1322637 h 1384165"/>
              <a:gd name="csX16" fmla="*/ 1202659 w 1357173"/>
              <a:gd name="csY16" fmla="*/ 293938 h 1384165"/>
              <a:gd name="csX17" fmla="*/ 1278858 w 1357173"/>
              <a:gd name="csY17" fmla="*/ 422525 h 1384165"/>
              <a:gd name="csX18" fmla="*/ 457327 w 1357173"/>
              <a:gd name="csY18" fmla="*/ 1244056 h 1384165"/>
              <a:gd name="csX19" fmla="*/ 562102 w 1357173"/>
              <a:gd name="csY19" fmla="*/ 1322637 h 1384165"/>
              <a:gd name="csX20" fmla="*/ 1271715 w 1357173"/>
              <a:gd name="csY20" fmla="*/ 605881 h 1384165"/>
              <a:gd name="csX21" fmla="*/ 1286002 w 1357173"/>
              <a:gd name="csY21" fmla="*/ 779712 h 1384165"/>
              <a:gd name="csX22" fmla="*/ 750221 w 1357173"/>
              <a:gd name="csY22" fmla="*/ 1327400 h 1384165"/>
              <a:gd name="csX23" fmla="*/ 950246 w 1357173"/>
              <a:gd name="csY23" fmla="*/ 1317875 h 1384165"/>
              <a:gd name="csX24" fmla="*/ 1276477 w 1357173"/>
              <a:gd name="csY24" fmla="*/ 953543 h 1384165"/>
              <a:gd name="csX25" fmla="*/ 1290765 w 1357173"/>
              <a:gd name="csY25" fmla="*/ 1134518 h 1384165"/>
              <a:gd name="csX26" fmla="*/ 1138365 w 1357173"/>
              <a:gd name="csY26" fmla="*/ 1322637 h 1384165"/>
              <a:gd name="csX27" fmla="*/ 1314577 w 1357173"/>
              <a:gd name="csY27" fmla="*/ 1341687 h 1384165"/>
              <a:gd name="csX0" fmla="*/ 33107 w 1359197"/>
              <a:gd name="csY0" fmla="*/ 55812 h 1384165"/>
              <a:gd name="csX1" fmla="*/ 204557 w 1359197"/>
              <a:gd name="csY1" fmla="*/ 60575 h 1384165"/>
              <a:gd name="csX2" fmla="*/ 40251 w 1359197"/>
              <a:gd name="csY2" fmla="*/ 222499 h 1384165"/>
              <a:gd name="csX3" fmla="*/ 30726 w 1359197"/>
              <a:gd name="csY3" fmla="*/ 417762 h 1384165"/>
              <a:gd name="csX4" fmla="*/ 368864 w 1359197"/>
              <a:gd name="csY4" fmla="*/ 67718 h 1384165"/>
              <a:gd name="csX5" fmla="*/ 568888 w 1359197"/>
              <a:gd name="csY5" fmla="*/ 55812 h 1384165"/>
              <a:gd name="csX6" fmla="*/ 59301 w 1359197"/>
              <a:gd name="csY6" fmla="*/ 579687 h 1384165"/>
              <a:gd name="csX7" fmla="*/ 85494 w 1359197"/>
              <a:gd name="csY7" fmla="*/ 715417 h 1384165"/>
              <a:gd name="csX8" fmla="*/ 730814 w 1359197"/>
              <a:gd name="csY8" fmla="*/ 67718 h 1384165"/>
              <a:gd name="csX9" fmla="*/ 854638 w 1359197"/>
              <a:gd name="csY9" fmla="*/ 129631 h 1384165"/>
              <a:gd name="csX10" fmla="*/ 73589 w 1359197"/>
              <a:gd name="csY10" fmla="*/ 922588 h 1384165"/>
              <a:gd name="csX11" fmla="*/ 142646 w 1359197"/>
              <a:gd name="csY11" fmla="*/ 1022599 h 1384165"/>
              <a:gd name="csX12" fmla="*/ 980847 w 1359197"/>
              <a:gd name="csY12" fmla="*/ 179637 h 1384165"/>
              <a:gd name="csX13" fmla="*/ 1295170 w 1359197"/>
              <a:gd name="csY13" fmla="*/ 79624 h 1384165"/>
              <a:gd name="csX14" fmla="*/ 183126 w 1359197"/>
              <a:gd name="csY14" fmla="*/ 1129756 h 1384165"/>
              <a:gd name="csX15" fmla="*/ 211701 w 1359197"/>
              <a:gd name="csY15" fmla="*/ 1322637 h 1384165"/>
              <a:gd name="csX16" fmla="*/ 1204683 w 1359197"/>
              <a:gd name="csY16" fmla="*/ 293938 h 1384165"/>
              <a:gd name="csX17" fmla="*/ 1280882 w 1359197"/>
              <a:gd name="csY17" fmla="*/ 422525 h 1384165"/>
              <a:gd name="csX18" fmla="*/ 459351 w 1359197"/>
              <a:gd name="csY18" fmla="*/ 1244056 h 1384165"/>
              <a:gd name="csX19" fmla="*/ 564126 w 1359197"/>
              <a:gd name="csY19" fmla="*/ 1322637 h 1384165"/>
              <a:gd name="csX20" fmla="*/ 1273739 w 1359197"/>
              <a:gd name="csY20" fmla="*/ 605881 h 1384165"/>
              <a:gd name="csX21" fmla="*/ 1288026 w 1359197"/>
              <a:gd name="csY21" fmla="*/ 779712 h 1384165"/>
              <a:gd name="csX22" fmla="*/ 752245 w 1359197"/>
              <a:gd name="csY22" fmla="*/ 1327400 h 1384165"/>
              <a:gd name="csX23" fmla="*/ 952270 w 1359197"/>
              <a:gd name="csY23" fmla="*/ 1317875 h 1384165"/>
              <a:gd name="csX24" fmla="*/ 1278501 w 1359197"/>
              <a:gd name="csY24" fmla="*/ 953543 h 1384165"/>
              <a:gd name="csX25" fmla="*/ 1292789 w 1359197"/>
              <a:gd name="csY25" fmla="*/ 1134518 h 1384165"/>
              <a:gd name="csX26" fmla="*/ 1140389 w 1359197"/>
              <a:gd name="csY26" fmla="*/ 1322637 h 1384165"/>
              <a:gd name="csX27" fmla="*/ 1316601 w 1359197"/>
              <a:gd name="csY27" fmla="*/ 1341687 h 1384165"/>
              <a:gd name="csX0" fmla="*/ 34235 w 1360325"/>
              <a:gd name="csY0" fmla="*/ 55812 h 1384165"/>
              <a:gd name="csX1" fmla="*/ 205685 w 1360325"/>
              <a:gd name="csY1" fmla="*/ 60575 h 1384165"/>
              <a:gd name="csX2" fmla="*/ 41379 w 1360325"/>
              <a:gd name="csY2" fmla="*/ 222499 h 1384165"/>
              <a:gd name="csX3" fmla="*/ 31854 w 1360325"/>
              <a:gd name="csY3" fmla="*/ 417762 h 1384165"/>
              <a:gd name="csX4" fmla="*/ 369992 w 1360325"/>
              <a:gd name="csY4" fmla="*/ 67718 h 1384165"/>
              <a:gd name="csX5" fmla="*/ 570016 w 1360325"/>
              <a:gd name="csY5" fmla="*/ 55812 h 1384165"/>
              <a:gd name="csX6" fmla="*/ 60429 w 1360325"/>
              <a:gd name="csY6" fmla="*/ 579687 h 1384165"/>
              <a:gd name="csX7" fmla="*/ 86622 w 1360325"/>
              <a:gd name="csY7" fmla="*/ 715417 h 1384165"/>
              <a:gd name="csX8" fmla="*/ 750992 w 1360325"/>
              <a:gd name="csY8" fmla="*/ 70099 h 1384165"/>
              <a:gd name="csX9" fmla="*/ 855766 w 1360325"/>
              <a:gd name="csY9" fmla="*/ 129631 h 1384165"/>
              <a:gd name="csX10" fmla="*/ 74717 w 1360325"/>
              <a:gd name="csY10" fmla="*/ 922588 h 1384165"/>
              <a:gd name="csX11" fmla="*/ 143774 w 1360325"/>
              <a:gd name="csY11" fmla="*/ 1022599 h 1384165"/>
              <a:gd name="csX12" fmla="*/ 981975 w 1360325"/>
              <a:gd name="csY12" fmla="*/ 179637 h 1384165"/>
              <a:gd name="csX13" fmla="*/ 1296298 w 1360325"/>
              <a:gd name="csY13" fmla="*/ 79624 h 1384165"/>
              <a:gd name="csX14" fmla="*/ 184254 w 1360325"/>
              <a:gd name="csY14" fmla="*/ 1129756 h 1384165"/>
              <a:gd name="csX15" fmla="*/ 212829 w 1360325"/>
              <a:gd name="csY15" fmla="*/ 1322637 h 1384165"/>
              <a:gd name="csX16" fmla="*/ 1205811 w 1360325"/>
              <a:gd name="csY16" fmla="*/ 293938 h 1384165"/>
              <a:gd name="csX17" fmla="*/ 1282010 w 1360325"/>
              <a:gd name="csY17" fmla="*/ 422525 h 1384165"/>
              <a:gd name="csX18" fmla="*/ 460479 w 1360325"/>
              <a:gd name="csY18" fmla="*/ 1244056 h 1384165"/>
              <a:gd name="csX19" fmla="*/ 565254 w 1360325"/>
              <a:gd name="csY19" fmla="*/ 1322637 h 1384165"/>
              <a:gd name="csX20" fmla="*/ 1274867 w 1360325"/>
              <a:gd name="csY20" fmla="*/ 605881 h 1384165"/>
              <a:gd name="csX21" fmla="*/ 1289154 w 1360325"/>
              <a:gd name="csY21" fmla="*/ 779712 h 1384165"/>
              <a:gd name="csX22" fmla="*/ 753373 w 1360325"/>
              <a:gd name="csY22" fmla="*/ 1327400 h 1384165"/>
              <a:gd name="csX23" fmla="*/ 953398 w 1360325"/>
              <a:gd name="csY23" fmla="*/ 1317875 h 1384165"/>
              <a:gd name="csX24" fmla="*/ 1279629 w 1360325"/>
              <a:gd name="csY24" fmla="*/ 953543 h 1384165"/>
              <a:gd name="csX25" fmla="*/ 1293917 w 1360325"/>
              <a:gd name="csY25" fmla="*/ 1134518 h 1384165"/>
              <a:gd name="csX26" fmla="*/ 1141517 w 1360325"/>
              <a:gd name="csY26" fmla="*/ 1322637 h 1384165"/>
              <a:gd name="csX27" fmla="*/ 1317729 w 1360325"/>
              <a:gd name="csY27" fmla="*/ 1341687 h 1384165"/>
              <a:gd name="csX0" fmla="*/ 34235 w 1360325"/>
              <a:gd name="csY0" fmla="*/ 66697 h 1395050"/>
              <a:gd name="csX1" fmla="*/ 205685 w 1360325"/>
              <a:gd name="csY1" fmla="*/ 71460 h 1395050"/>
              <a:gd name="csX2" fmla="*/ 41379 w 1360325"/>
              <a:gd name="csY2" fmla="*/ 233384 h 1395050"/>
              <a:gd name="csX3" fmla="*/ 31854 w 1360325"/>
              <a:gd name="csY3" fmla="*/ 428647 h 1395050"/>
              <a:gd name="csX4" fmla="*/ 369992 w 1360325"/>
              <a:gd name="csY4" fmla="*/ 78603 h 1395050"/>
              <a:gd name="csX5" fmla="*/ 570016 w 1360325"/>
              <a:gd name="csY5" fmla="*/ 66697 h 1395050"/>
              <a:gd name="csX6" fmla="*/ 60429 w 1360325"/>
              <a:gd name="csY6" fmla="*/ 590572 h 1395050"/>
              <a:gd name="csX7" fmla="*/ 86622 w 1360325"/>
              <a:gd name="csY7" fmla="*/ 726302 h 1395050"/>
              <a:gd name="csX8" fmla="*/ 750992 w 1360325"/>
              <a:gd name="csY8" fmla="*/ 80984 h 1395050"/>
              <a:gd name="csX9" fmla="*/ 855766 w 1360325"/>
              <a:gd name="csY9" fmla="*/ 140516 h 1395050"/>
              <a:gd name="csX10" fmla="*/ 74717 w 1360325"/>
              <a:gd name="csY10" fmla="*/ 933473 h 1395050"/>
              <a:gd name="csX11" fmla="*/ 143774 w 1360325"/>
              <a:gd name="csY11" fmla="*/ 1033484 h 1395050"/>
              <a:gd name="csX12" fmla="*/ 981975 w 1360325"/>
              <a:gd name="csY12" fmla="*/ 190522 h 1395050"/>
              <a:gd name="csX13" fmla="*/ 1282011 w 1360325"/>
              <a:gd name="csY13" fmla="*/ 76221 h 1395050"/>
              <a:gd name="csX14" fmla="*/ 184254 w 1360325"/>
              <a:gd name="csY14" fmla="*/ 1140641 h 1395050"/>
              <a:gd name="csX15" fmla="*/ 212829 w 1360325"/>
              <a:gd name="csY15" fmla="*/ 1333522 h 1395050"/>
              <a:gd name="csX16" fmla="*/ 1205811 w 1360325"/>
              <a:gd name="csY16" fmla="*/ 304823 h 1395050"/>
              <a:gd name="csX17" fmla="*/ 1282010 w 1360325"/>
              <a:gd name="csY17" fmla="*/ 433410 h 1395050"/>
              <a:gd name="csX18" fmla="*/ 460479 w 1360325"/>
              <a:gd name="csY18" fmla="*/ 1254941 h 1395050"/>
              <a:gd name="csX19" fmla="*/ 565254 w 1360325"/>
              <a:gd name="csY19" fmla="*/ 1333522 h 1395050"/>
              <a:gd name="csX20" fmla="*/ 1274867 w 1360325"/>
              <a:gd name="csY20" fmla="*/ 616766 h 1395050"/>
              <a:gd name="csX21" fmla="*/ 1289154 w 1360325"/>
              <a:gd name="csY21" fmla="*/ 790597 h 1395050"/>
              <a:gd name="csX22" fmla="*/ 753373 w 1360325"/>
              <a:gd name="csY22" fmla="*/ 1338285 h 1395050"/>
              <a:gd name="csX23" fmla="*/ 953398 w 1360325"/>
              <a:gd name="csY23" fmla="*/ 1328760 h 1395050"/>
              <a:gd name="csX24" fmla="*/ 1279629 w 1360325"/>
              <a:gd name="csY24" fmla="*/ 964428 h 1395050"/>
              <a:gd name="csX25" fmla="*/ 1293917 w 1360325"/>
              <a:gd name="csY25" fmla="*/ 1145403 h 1395050"/>
              <a:gd name="csX26" fmla="*/ 1141517 w 1360325"/>
              <a:gd name="csY26" fmla="*/ 1333522 h 1395050"/>
              <a:gd name="csX27" fmla="*/ 1317729 w 1360325"/>
              <a:gd name="csY27" fmla="*/ 1352572 h 1395050"/>
              <a:gd name="csX0" fmla="*/ 34235 w 1360325"/>
              <a:gd name="csY0" fmla="*/ 68461 h 1401801"/>
              <a:gd name="csX1" fmla="*/ 205685 w 1360325"/>
              <a:gd name="csY1" fmla="*/ 73224 h 1401801"/>
              <a:gd name="csX2" fmla="*/ 41379 w 1360325"/>
              <a:gd name="csY2" fmla="*/ 235148 h 1401801"/>
              <a:gd name="csX3" fmla="*/ 31854 w 1360325"/>
              <a:gd name="csY3" fmla="*/ 430411 h 1401801"/>
              <a:gd name="csX4" fmla="*/ 369992 w 1360325"/>
              <a:gd name="csY4" fmla="*/ 80367 h 1401801"/>
              <a:gd name="csX5" fmla="*/ 570016 w 1360325"/>
              <a:gd name="csY5" fmla="*/ 68461 h 1401801"/>
              <a:gd name="csX6" fmla="*/ 60429 w 1360325"/>
              <a:gd name="csY6" fmla="*/ 592336 h 1401801"/>
              <a:gd name="csX7" fmla="*/ 86622 w 1360325"/>
              <a:gd name="csY7" fmla="*/ 728066 h 1401801"/>
              <a:gd name="csX8" fmla="*/ 750992 w 1360325"/>
              <a:gd name="csY8" fmla="*/ 82748 h 1401801"/>
              <a:gd name="csX9" fmla="*/ 855766 w 1360325"/>
              <a:gd name="csY9" fmla="*/ 142280 h 1401801"/>
              <a:gd name="csX10" fmla="*/ 74717 w 1360325"/>
              <a:gd name="csY10" fmla="*/ 935237 h 1401801"/>
              <a:gd name="csX11" fmla="*/ 143774 w 1360325"/>
              <a:gd name="csY11" fmla="*/ 1035248 h 1401801"/>
              <a:gd name="csX12" fmla="*/ 981975 w 1360325"/>
              <a:gd name="csY12" fmla="*/ 192286 h 1401801"/>
              <a:gd name="csX13" fmla="*/ 1282011 w 1360325"/>
              <a:gd name="csY13" fmla="*/ 77985 h 1401801"/>
              <a:gd name="csX14" fmla="*/ 210448 w 1360325"/>
              <a:gd name="csY14" fmla="*/ 1166217 h 1401801"/>
              <a:gd name="csX15" fmla="*/ 212829 w 1360325"/>
              <a:gd name="csY15" fmla="*/ 1335286 h 1401801"/>
              <a:gd name="csX16" fmla="*/ 1205811 w 1360325"/>
              <a:gd name="csY16" fmla="*/ 306587 h 1401801"/>
              <a:gd name="csX17" fmla="*/ 1282010 w 1360325"/>
              <a:gd name="csY17" fmla="*/ 435174 h 1401801"/>
              <a:gd name="csX18" fmla="*/ 460479 w 1360325"/>
              <a:gd name="csY18" fmla="*/ 1256705 h 1401801"/>
              <a:gd name="csX19" fmla="*/ 565254 w 1360325"/>
              <a:gd name="csY19" fmla="*/ 1335286 h 1401801"/>
              <a:gd name="csX20" fmla="*/ 1274867 w 1360325"/>
              <a:gd name="csY20" fmla="*/ 618530 h 1401801"/>
              <a:gd name="csX21" fmla="*/ 1289154 w 1360325"/>
              <a:gd name="csY21" fmla="*/ 792361 h 1401801"/>
              <a:gd name="csX22" fmla="*/ 753373 w 1360325"/>
              <a:gd name="csY22" fmla="*/ 1340049 h 1401801"/>
              <a:gd name="csX23" fmla="*/ 953398 w 1360325"/>
              <a:gd name="csY23" fmla="*/ 1330524 h 1401801"/>
              <a:gd name="csX24" fmla="*/ 1279629 w 1360325"/>
              <a:gd name="csY24" fmla="*/ 966192 h 1401801"/>
              <a:gd name="csX25" fmla="*/ 1293917 w 1360325"/>
              <a:gd name="csY25" fmla="*/ 1147167 h 1401801"/>
              <a:gd name="csX26" fmla="*/ 1141517 w 1360325"/>
              <a:gd name="csY26" fmla="*/ 1335286 h 1401801"/>
              <a:gd name="csX27" fmla="*/ 1317729 w 1360325"/>
              <a:gd name="csY27" fmla="*/ 1354336 h 1401801"/>
              <a:gd name="csX0" fmla="*/ 34235 w 1359859"/>
              <a:gd name="csY0" fmla="*/ 68461 h 1396814"/>
              <a:gd name="csX1" fmla="*/ 205685 w 1359859"/>
              <a:gd name="csY1" fmla="*/ 73224 h 1396814"/>
              <a:gd name="csX2" fmla="*/ 41379 w 1359859"/>
              <a:gd name="csY2" fmla="*/ 235148 h 1396814"/>
              <a:gd name="csX3" fmla="*/ 31854 w 1359859"/>
              <a:gd name="csY3" fmla="*/ 430411 h 1396814"/>
              <a:gd name="csX4" fmla="*/ 369992 w 1359859"/>
              <a:gd name="csY4" fmla="*/ 80367 h 1396814"/>
              <a:gd name="csX5" fmla="*/ 570016 w 1359859"/>
              <a:gd name="csY5" fmla="*/ 68461 h 1396814"/>
              <a:gd name="csX6" fmla="*/ 60429 w 1359859"/>
              <a:gd name="csY6" fmla="*/ 592336 h 1396814"/>
              <a:gd name="csX7" fmla="*/ 86622 w 1359859"/>
              <a:gd name="csY7" fmla="*/ 728066 h 1396814"/>
              <a:gd name="csX8" fmla="*/ 750992 w 1359859"/>
              <a:gd name="csY8" fmla="*/ 82748 h 1396814"/>
              <a:gd name="csX9" fmla="*/ 855766 w 1359859"/>
              <a:gd name="csY9" fmla="*/ 142280 h 1396814"/>
              <a:gd name="csX10" fmla="*/ 74717 w 1359859"/>
              <a:gd name="csY10" fmla="*/ 935237 h 1396814"/>
              <a:gd name="csX11" fmla="*/ 143774 w 1359859"/>
              <a:gd name="csY11" fmla="*/ 1035248 h 1396814"/>
              <a:gd name="csX12" fmla="*/ 981975 w 1359859"/>
              <a:gd name="csY12" fmla="*/ 192286 h 1396814"/>
              <a:gd name="csX13" fmla="*/ 1282011 w 1359859"/>
              <a:gd name="csY13" fmla="*/ 77985 h 1396814"/>
              <a:gd name="csX14" fmla="*/ 210448 w 1359859"/>
              <a:gd name="csY14" fmla="*/ 1166217 h 1396814"/>
              <a:gd name="csX15" fmla="*/ 248547 w 1359859"/>
              <a:gd name="csY15" fmla="*/ 1306711 h 1396814"/>
              <a:gd name="csX16" fmla="*/ 1205811 w 1359859"/>
              <a:gd name="csY16" fmla="*/ 306587 h 1396814"/>
              <a:gd name="csX17" fmla="*/ 1282010 w 1359859"/>
              <a:gd name="csY17" fmla="*/ 435174 h 1396814"/>
              <a:gd name="csX18" fmla="*/ 460479 w 1359859"/>
              <a:gd name="csY18" fmla="*/ 1256705 h 1396814"/>
              <a:gd name="csX19" fmla="*/ 565254 w 1359859"/>
              <a:gd name="csY19" fmla="*/ 1335286 h 1396814"/>
              <a:gd name="csX20" fmla="*/ 1274867 w 1359859"/>
              <a:gd name="csY20" fmla="*/ 618530 h 1396814"/>
              <a:gd name="csX21" fmla="*/ 1289154 w 1359859"/>
              <a:gd name="csY21" fmla="*/ 792361 h 1396814"/>
              <a:gd name="csX22" fmla="*/ 753373 w 1359859"/>
              <a:gd name="csY22" fmla="*/ 1340049 h 1396814"/>
              <a:gd name="csX23" fmla="*/ 953398 w 1359859"/>
              <a:gd name="csY23" fmla="*/ 1330524 h 1396814"/>
              <a:gd name="csX24" fmla="*/ 1279629 w 1359859"/>
              <a:gd name="csY24" fmla="*/ 966192 h 1396814"/>
              <a:gd name="csX25" fmla="*/ 1293917 w 1359859"/>
              <a:gd name="csY25" fmla="*/ 1147167 h 1396814"/>
              <a:gd name="csX26" fmla="*/ 1141517 w 1359859"/>
              <a:gd name="csY26" fmla="*/ 1335286 h 1396814"/>
              <a:gd name="csX27" fmla="*/ 1317729 w 1359859"/>
              <a:gd name="csY27" fmla="*/ 1354336 h 1396814"/>
              <a:gd name="csX0" fmla="*/ 34235 w 1359859"/>
              <a:gd name="csY0" fmla="*/ 68461 h 1396814"/>
              <a:gd name="csX1" fmla="*/ 205685 w 1359859"/>
              <a:gd name="csY1" fmla="*/ 73224 h 1396814"/>
              <a:gd name="csX2" fmla="*/ 41379 w 1359859"/>
              <a:gd name="csY2" fmla="*/ 235148 h 1396814"/>
              <a:gd name="csX3" fmla="*/ 31854 w 1359859"/>
              <a:gd name="csY3" fmla="*/ 430411 h 1396814"/>
              <a:gd name="csX4" fmla="*/ 369992 w 1359859"/>
              <a:gd name="csY4" fmla="*/ 80367 h 1396814"/>
              <a:gd name="csX5" fmla="*/ 570016 w 1359859"/>
              <a:gd name="csY5" fmla="*/ 68461 h 1396814"/>
              <a:gd name="csX6" fmla="*/ 60429 w 1359859"/>
              <a:gd name="csY6" fmla="*/ 592336 h 1396814"/>
              <a:gd name="csX7" fmla="*/ 86622 w 1359859"/>
              <a:gd name="csY7" fmla="*/ 728066 h 1396814"/>
              <a:gd name="csX8" fmla="*/ 750992 w 1359859"/>
              <a:gd name="csY8" fmla="*/ 82748 h 1396814"/>
              <a:gd name="csX9" fmla="*/ 855766 w 1359859"/>
              <a:gd name="csY9" fmla="*/ 142280 h 1396814"/>
              <a:gd name="csX10" fmla="*/ 74717 w 1359859"/>
              <a:gd name="csY10" fmla="*/ 935237 h 1396814"/>
              <a:gd name="csX11" fmla="*/ 143774 w 1359859"/>
              <a:gd name="csY11" fmla="*/ 1035248 h 1396814"/>
              <a:gd name="csX12" fmla="*/ 981975 w 1359859"/>
              <a:gd name="csY12" fmla="*/ 192286 h 1396814"/>
              <a:gd name="csX13" fmla="*/ 1282011 w 1359859"/>
              <a:gd name="csY13" fmla="*/ 77985 h 1396814"/>
              <a:gd name="csX14" fmla="*/ 210448 w 1359859"/>
              <a:gd name="csY14" fmla="*/ 1166217 h 1396814"/>
              <a:gd name="csX15" fmla="*/ 67573 w 1359859"/>
              <a:gd name="csY15" fmla="*/ 1330523 h 1396814"/>
              <a:gd name="csX16" fmla="*/ 248547 w 1359859"/>
              <a:gd name="csY16" fmla="*/ 1306711 h 1396814"/>
              <a:gd name="csX17" fmla="*/ 1205811 w 1359859"/>
              <a:gd name="csY17" fmla="*/ 306587 h 1396814"/>
              <a:gd name="csX18" fmla="*/ 1282010 w 1359859"/>
              <a:gd name="csY18" fmla="*/ 435174 h 1396814"/>
              <a:gd name="csX19" fmla="*/ 460479 w 1359859"/>
              <a:gd name="csY19" fmla="*/ 1256705 h 1396814"/>
              <a:gd name="csX20" fmla="*/ 565254 w 1359859"/>
              <a:gd name="csY20" fmla="*/ 1335286 h 1396814"/>
              <a:gd name="csX21" fmla="*/ 1274867 w 1359859"/>
              <a:gd name="csY21" fmla="*/ 618530 h 1396814"/>
              <a:gd name="csX22" fmla="*/ 1289154 w 1359859"/>
              <a:gd name="csY22" fmla="*/ 792361 h 1396814"/>
              <a:gd name="csX23" fmla="*/ 753373 w 1359859"/>
              <a:gd name="csY23" fmla="*/ 1340049 h 1396814"/>
              <a:gd name="csX24" fmla="*/ 953398 w 1359859"/>
              <a:gd name="csY24" fmla="*/ 1330524 h 1396814"/>
              <a:gd name="csX25" fmla="*/ 1279629 w 1359859"/>
              <a:gd name="csY25" fmla="*/ 966192 h 1396814"/>
              <a:gd name="csX26" fmla="*/ 1293917 w 1359859"/>
              <a:gd name="csY26" fmla="*/ 1147167 h 1396814"/>
              <a:gd name="csX27" fmla="*/ 1141517 w 1359859"/>
              <a:gd name="csY27" fmla="*/ 1335286 h 1396814"/>
              <a:gd name="csX28" fmla="*/ 1317729 w 1359859"/>
              <a:gd name="csY28" fmla="*/ 1354336 h 1396814"/>
              <a:gd name="csX0" fmla="*/ 34235 w 1359859"/>
              <a:gd name="csY0" fmla="*/ 68461 h 1399643"/>
              <a:gd name="csX1" fmla="*/ 205685 w 1359859"/>
              <a:gd name="csY1" fmla="*/ 73224 h 1399643"/>
              <a:gd name="csX2" fmla="*/ 41379 w 1359859"/>
              <a:gd name="csY2" fmla="*/ 235148 h 1399643"/>
              <a:gd name="csX3" fmla="*/ 31854 w 1359859"/>
              <a:gd name="csY3" fmla="*/ 430411 h 1399643"/>
              <a:gd name="csX4" fmla="*/ 369992 w 1359859"/>
              <a:gd name="csY4" fmla="*/ 80367 h 1399643"/>
              <a:gd name="csX5" fmla="*/ 570016 w 1359859"/>
              <a:gd name="csY5" fmla="*/ 68461 h 1399643"/>
              <a:gd name="csX6" fmla="*/ 60429 w 1359859"/>
              <a:gd name="csY6" fmla="*/ 592336 h 1399643"/>
              <a:gd name="csX7" fmla="*/ 86622 w 1359859"/>
              <a:gd name="csY7" fmla="*/ 728066 h 1399643"/>
              <a:gd name="csX8" fmla="*/ 750992 w 1359859"/>
              <a:gd name="csY8" fmla="*/ 82748 h 1399643"/>
              <a:gd name="csX9" fmla="*/ 855766 w 1359859"/>
              <a:gd name="csY9" fmla="*/ 142280 h 1399643"/>
              <a:gd name="csX10" fmla="*/ 74717 w 1359859"/>
              <a:gd name="csY10" fmla="*/ 935237 h 1399643"/>
              <a:gd name="csX11" fmla="*/ 143774 w 1359859"/>
              <a:gd name="csY11" fmla="*/ 1035248 h 1399643"/>
              <a:gd name="csX12" fmla="*/ 981975 w 1359859"/>
              <a:gd name="csY12" fmla="*/ 192286 h 1399643"/>
              <a:gd name="csX13" fmla="*/ 1282011 w 1359859"/>
              <a:gd name="csY13" fmla="*/ 77985 h 1399643"/>
              <a:gd name="csX14" fmla="*/ 210448 w 1359859"/>
              <a:gd name="csY14" fmla="*/ 1166217 h 1399643"/>
              <a:gd name="csX15" fmla="*/ 38998 w 1359859"/>
              <a:gd name="csY15" fmla="*/ 1340048 h 1399643"/>
              <a:gd name="csX16" fmla="*/ 248547 w 1359859"/>
              <a:gd name="csY16" fmla="*/ 1306711 h 1399643"/>
              <a:gd name="csX17" fmla="*/ 1205811 w 1359859"/>
              <a:gd name="csY17" fmla="*/ 306587 h 1399643"/>
              <a:gd name="csX18" fmla="*/ 1282010 w 1359859"/>
              <a:gd name="csY18" fmla="*/ 435174 h 1399643"/>
              <a:gd name="csX19" fmla="*/ 460479 w 1359859"/>
              <a:gd name="csY19" fmla="*/ 1256705 h 1399643"/>
              <a:gd name="csX20" fmla="*/ 565254 w 1359859"/>
              <a:gd name="csY20" fmla="*/ 1335286 h 1399643"/>
              <a:gd name="csX21" fmla="*/ 1274867 w 1359859"/>
              <a:gd name="csY21" fmla="*/ 618530 h 1399643"/>
              <a:gd name="csX22" fmla="*/ 1289154 w 1359859"/>
              <a:gd name="csY22" fmla="*/ 792361 h 1399643"/>
              <a:gd name="csX23" fmla="*/ 753373 w 1359859"/>
              <a:gd name="csY23" fmla="*/ 1340049 h 1399643"/>
              <a:gd name="csX24" fmla="*/ 953398 w 1359859"/>
              <a:gd name="csY24" fmla="*/ 1330524 h 1399643"/>
              <a:gd name="csX25" fmla="*/ 1279629 w 1359859"/>
              <a:gd name="csY25" fmla="*/ 966192 h 1399643"/>
              <a:gd name="csX26" fmla="*/ 1293917 w 1359859"/>
              <a:gd name="csY26" fmla="*/ 1147167 h 1399643"/>
              <a:gd name="csX27" fmla="*/ 1141517 w 1359859"/>
              <a:gd name="csY27" fmla="*/ 1335286 h 1399643"/>
              <a:gd name="csX28" fmla="*/ 1317729 w 1359859"/>
              <a:gd name="csY28" fmla="*/ 1354336 h 13996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1359859" h="1399643">
                <a:moveTo>
                  <a:pt x="34235" y="68461"/>
                </a:moveTo>
                <a:cubicBezTo>
                  <a:pt x="118571" y="57150"/>
                  <a:pt x="204494" y="45443"/>
                  <a:pt x="205685" y="73224"/>
                </a:cubicBezTo>
                <a:cubicBezTo>
                  <a:pt x="206876" y="101005"/>
                  <a:pt x="70351" y="175617"/>
                  <a:pt x="41379" y="235148"/>
                </a:cubicBezTo>
                <a:cubicBezTo>
                  <a:pt x="12407" y="294679"/>
                  <a:pt x="-22915" y="456208"/>
                  <a:pt x="31854" y="430411"/>
                </a:cubicBezTo>
                <a:cubicBezTo>
                  <a:pt x="86623" y="404614"/>
                  <a:pt x="280298" y="140692"/>
                  <a:pt x="369992" y="80367"/>
                </a:cubicBezTo>
                <a:cubicBezTo>
                  <a:pt x="459686" y="20042"/>
                  <a:pt x="621610" y="-16867"/>
                  <a:pt x="570016" y="68461"/>
                </a:cubicBezTo>
                <a:cubicBezTo>
                  <a:pt x="518422" y="153789"/>
                  <a:pt x="140995" y="482402"/>
                  <a:pt x="60429" y="592336"/>
                </a:cubicBezTo>
                <a:cubicBezTo>
                  <a:pt x="-20137" y="702270"/>
                  <a:pt x="-28472" y="812997"/>
                  <a:pt x="86622" y="728066"/>
                </a:cubicBezTo>
                <a:cubicBezTo>
                  <a:pt x="201716" y="643135"/>
                  <a:pt x="622801" y="180379"/>
                  <a:pt x="750992" y="82748"/>
                </a:cubicBezTo>
                <a:cubicBezTo>
                  <a:pt x="879183" y="-14883"/>
                  <a:pt x="968479" y="198"/>
                  <a:pt x="855766" y="142280"/>
                </a:cubicBezTo>
                <a:cubicBezTo>
                  <a:pt x="743054" y="284362"/>
                  <a:pt x="193382" y="786409"/>
                  <a:pt x="74717" y="935237"/>
                </a:cubicBezTo>
                <a:cubicBezTo>
                  <a:pt x="-43948" y="1084065"/>
                  <a:pt x="-7436" y="1159073"/>
                  <a:pt x="143774" y="1035248"/>
                </a:cubicBezTo>
                <a:cubicBezTo>
                  <a:pt x="294984" y="911423"/>
                  <a:pt x="792269" y="351830"/>
                  <a:pt x="981975" y="192286"/>
                </a:cubicBezTo>
                <a:cubicBezTo>
                  <a:pt x="1171681" y="32742"/>
                  <a:pt x="1410599" y="-84337"/>
                  <a:pt x="1282011" y="77985"/>
                </a:cubicBezTo>
                <a:cubicBezTo>
                  <a:pt x="1153423" y="240307"/>
                  <a:pt x="417617" y="955873"/>
                  <a:pt x="210448" y="1166217"/>
                </a:cubicBezTo>
                <a:cubicBezTo>
                  <a:pt x="3279" y="1376561"/>
                  <a:pt x="32648" y="1316632"/>
                  <a:pt x="38998" y="1340048"/>
                </a:cubicBezTo>
                <a:cubicBezTo>
                  <a:pt x="45348" y="1363464"/>
                  <a:pt x="54078" y="1478955"/>
                  <a:pt x="248547" y="1306711"/>
                </a:cubicBezTo>
                <a:cubicBezTo>
                  <a:pt x="443016" y="1134467"/>
                  <a:pt x="1033567" y="451843"/>
                  <a:pt x="1205811" y="306587"/>
                </a:cubicBezTo>
                <a:cubicBezTo>
                  <a:pt x="1378055" y="161331"/>
                  <a:pt x="1406232" y="276821"/>
                  <a:pt x="1282010" y="435174"/>
                </a:cubicBezTo>
                <a:cubicBezTo>
                  <a:pt x="1157788" y="593527"/>
                  <a:pt x="579938" y="1106686"/>
                  <a:pt x="460479" y="1256705"/>
                </a:cubicBezTo>
                <a:cubicBezTo>
                  <a:pt x="341020" y="1406724"/>
                  <a:pt x="429523" y="1441648"/>
                  <a:pt x="565254" y="1335286"/>
                </a:cubicBezTo>
                <a:cubicBezTo>
                  <a:pt x="700985" y="1228924"/>
                  <a:pt x="1154217" y="709017"/>
                  <a:pt x="1274867" y="618530"/>
                </a:cubicBezTo>
                <a:cubicBezTo>
                  <a:pt x="1395517" y="528043"/>
                  <a:pt x="1376070" y="672108"/>
                  <a:pt x="1289154" y="792361"/>
                </a:cubicBezTo>
                <a:cubicBezTo>
                  <a:pt x="1202238" y="912614"/>
                  <a:pt x="809332" y="1250355"/>
                  <a:pt x="753373" y="1340049"/>
                </a:cubicBezTo>
                <a:cubicBezTo>
                  <a:pt x="697414" y="1429743"/>
                  <a:pt x="865689" y="1392833"/>
                  <a:pt x="953398" y="1330524"/>
                </a:cubicBezTo>
                <a:cubicBezTo>
                  <a:pt x="1041107" y="1268215"/>
                  <a:pt x="1222876" y="996751"/>
                  <a:pt x="1279629" y="966192"/>
                </a:cubicBezTo>
                <a:cubicBezTo>
                  <a:pt x="1336382" y="935633"/>
                  <a:pt x="1316936" y="1085651"/>
                  <a:pt x="1293917" y="1147167"/>
                </a:cubicBezTo>
                <a:cubicBezTo>
                  <a:pt x="1270898" y="1208683"/>
                  <a:pt x="1137548" y="1300758"/>
                  <a:pt x="1141517" y="1335286"/>
                </a:cubicBezTo>
                <a:cubicBezTo>
                  <a:pt x="1145486" y="1369814"/>
                  <a:pt x="1231607" y="1362075"/>
                  <a:pt x="1317729" y="1354336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Tekstfelt 172">
            <a:extLst>
              <a:ext uri="{FF2B5EF4-FFF2-40B4-BE49-F238E27FC236}">
                <a16:creationId xmlns:a16="http://schemas.microsoft.com/office/drawing/2014/main" id="{4B2F237C-6E5E-53A9-2045-5C82910EBB3B}"/>
              </a:ext>
            </a:extLst>
          </p:cNvPr>
          <p:cNvSpPr txBox="1"/>
          <p:nvPr/>
        </p:nvSpPr>
        <p:spPr>
          <a:xfrm>
            <a:off x="1626616" y="4548188"/>
            <a:ext cx="266611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>
                <a:latin typeface="Arial" panose="020B0604020202020204" pitchFamily="34" charset="0"/>
                <a:cs typeface="Arial" panose="020B0604020202020204" pitchFamily="34" charset="0"/>
              </a:rPr>
              <a:t>[9,3,0,4,5,6,2,4,2,1,0,0,1,1,1,1,1,1,EOB]</a:t>
            </a:r>
          </a:p>
        </p:txBody>
      </p:sp>
      <p:cxnSp>
        <p:nvCxnSpPr>
          <p:cNvPr id="176" name="Lige pilforbindelse 175">
            <a:extLst>
              <a:ext uri="{FF2B5EF4-FFF2-40B4-BE49-F238E27FC236}">
                <a16:creationId xmlns:a16="http://schemas.microsoft.com/office/drawing/2014/main" id="{110F0F90-ECC5-0810-A01D-0FE8660E8180}"/>
              </a:ext>
            </a:extLst>
          </p:cNvPr>
          <p:cNvCxnSpPr/>
          <p:nvPr/>
        </p:nvCxnSpPr>
        <p:spPr>
          <a:xfrm flipH="1">
            <a:off x="2733233" y="3429000"/>
            <a:ext cx="4528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7" name="Pil: nedad 176">
            <a:extLst>
              <a:ext uri="{FF2B5EF4-FFF2-40B4-BE49-F238E27FC236}">
                <a16:creationId xmlns:a16="http://schemas.microsoft.com/office/drawing/2014/main" id="{D24A3058-88EF-1633-8ACE-F5D8FA34F924}"/>
              </a:ext>
            </a:extLst>
          </p:cNvPr>
          <p:cNvSpPr/>
          <p:nvPr/>
        </p:nvSpPr>
        <p:spPr>
          <a:xfrm>
            <a:off x="2909888" y="4238625"/>
            <a:ext cx="95250" cy="223835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79" name="Lige pilforbindelse 178">
            <a:extLst>
              <a:ext uri="{FF2B5EF4-FFF2-40B4-BE49-F238E27FC236}">
                <a16:creationId xmlns:a16="http://schemas.microsoft.com/office/drawing/2014/main" id="{905D373B-BDFC-14EA-7FE0-4FB4B94FEB1D}"/>
              </a:ext>
            </a:extLst>
          </p:cNvPr>
          <p:cNvCxnSpPr/>
          <p:nvPr/>
        </p:nvCxnSpPr>
        <p:spPr>
          <a:xfrm flipV="1">
            <a:off x="1785938" y="4772026"/>
            <a:ext cx="0" cy="185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0" name="Lige pilforbindelse 179">
            <a:extLst>
              <a:ext uri="{FF2B5EF4-FFF2-40B4-BE49-F238E27FC236}">
                <a16:creationId xmlns:a16="http://schemas.microsoft.com/office/drawing/2014/main" id="{C0224976-5043-BA60-4D4E-1FB3AF42FF2F}"/>
              </a:ext>
            </a:extLst>
          </p:cNvPr>
          <p:cNvCxnSpPr>
            <a:cxnSpLocks/>
          </p:cNvCxnSpPr>
          <p:nvPr/>
        </p:nvCxnSpPr>
        <p:spPr>
          <a:xfrm>
            <a:off x="3971925" y="4412456"/>
            <a:ext cx="0" cy="1928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Venstre klammeparentes 180">
            <a:extLst>
              <a:ext uri="{FF2B5EF4-FFF2-40B4-BE49-F238E27FC236}">
                <a16:creationId xmlns:a16="http://schemas.microsoft.com/office/drawing/2014/main" id="{F6FCE6AA-6A2F-1AF7-5533-0C7681363929}"/>
              </a:ext>
            </a:extLst>
          </p:cNvPr>
          <p:cNvSpPr/>
          <p:nvPr/>
        </p:nvSpPr>
        <p:spPr>
          <a:xfrm rot="16200000">
            <a:off x="2925794" y="3714656"/>
            <a:ext cx="155448" cy="2270187"/>
          </a:xfrm>
          <a:prstGeom prst="leftBrac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3" name="Tekstfelt 182">
            <a:extLst>
              <a:ext uri="{FF2B5EF4-FFF2-40B4-BE49-F238E27FC236}">
                <a16:creationId xmlns:a16="http://schemas.microsoft.com/office/drawing/2014/main" id="{E1C9D764-0EC4-3CF5-4E96-57A66C1A0FFF}"/>
              </a:ext>
            </a:extLst>
          </p:cNvPr>
          <p:cNvSpPr txBox="1"/>
          <p:nvPr/>
        </p:nvSpPr>
        <p:spPr>
          <a:xfrm>
            <a:off x="1294223" y="4927474"/>
            <a:ext cx="10631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>
                <a:latin typeface="Arial" panose="020B0604020202020204" pitchFamily="34" charset="0"/>
                <a:cs typeface="Arial" panose="020B0604020202020204" pitchFamily="34" charset="0"/>
              </a:rPr>
              <a:t>DC coefficient</a:t>
            </a:r>
          </a:p>
        </p:txBody>
      </p:sp>
      <p:sp>
        <p:nvSpPr>
          <p:cNvPr id="184" name="Tekstfelt 183">
            <a:extLst>
              <a:ext uri="{FF2B5EF4-FFF2-40B4-BE49-F238E27FC236}">
                <a16:creationId xmlns:a16="http://schemas.microsoft.com/office/drawing/2014/main" id="{4FC3DC26-0D97-2ABC-B7BA-0ADD7DEDF912}"/>
              </a:ext>
            </a:extLst>
          </p:cNvPr>
          <p:cNvSpPr txBox="1"/>
          <p:nvPr/>
        </p:nvSpPr>
        <p:spPr>
          <a:xfrm>
            <a:off x="2471962" y="4927474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>
                <a:latin typeface="Arial" panose="020B0604020202020204" pitchFamily="34" charset="0"/>
                <a:cs typeface="Arial" panose="020B0604020202020204" pitchFamily="34" charset="0"/>
              </a:rPr>
              <a:t>AC coefficients</a:t>
            </a:r>
          </a:p>
        </p:txBody>
      </p:sp>
      <p:sp>
        <p:nvSpPr>
          <p:cNvPr id="185" name="Tekstfelt 184">
            <a:extLst>
              <a:ext uri="{FF2B5EF4-FFF2-40B4-BE49-F238E27FC236}">
                <a16:creationId xmlns:a16="http://schemas.microsoft.com/office/drawing/2014/main" id="{ED217A3D-7B8D-82DC-65FA-514D0DF799B9}"/>
              </a:ext>
            </a:extLst>
          </p:cNvPr>
          <p:cNvSpPr txBox="1"/>
          <p:nvPr/>
        </p:nvSpPr>
        <p:spPr>
          <a:xfrm>
            <a:off x="3438059" y="4198307"/>
            <a:ext cx="9765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>
                <a:latin typeface="Arial" panose="020B0604020202020204" pitchFamily="34" charset="0"/>
                <a:cs typeface="Arial" panose="020B0604020202020204" pitchFamily="34" charset="0"/>
              </a:rPr>
              <a:t>End of Block</a:t>
            </a:r>
          </a:p>
        </p:txBody>
      </p:sp>
    </p:spTree>
    <p:extLst>
      <p:ext uri="{BB962C8B-B14F-4D97-AF65-F5344CB8AC3E}">
        <p14:creationId xmlns:p14="http://schemas.microsoft.com/office/powerpoint/2010/main" val="2656803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284</Words>
  <Application>Microsoft Office PowerPoint</Application>
  <PresentationFormat>Widescreen</PresentationFormat>
  <Paragraphs>130</Paragraphs>
  <Slides>5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Office-tema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Mattias Benjamin Houen</dc:creator>
  <cp:lastModifiedBy>Mattias Benjamin Houen</cp:lastModifiedBy>
  <cp:revision>3</cp:revision>
  <dcterms:created xsi:type="dcterms:W3CDTF">2026-05-12T22:50:33Z</dcterms:created>
  <dcterms:modified xsi:type="dcterms:W3CDTF">2026-05-13T12:01:31Z</dcterms:modified>
</cp:coreProperties>
</file>