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>
        <p:scale>
          <a:sx n="100" d="100"/>
          <a:sy n="100" d="100"/>
        </p:scale>
        <p:origin x="-306" y="2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72DFB5-F93E-78F6-DEC7-15037259F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D64A163-3397-F62E-8069-446BB21E0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CCDE94A-3030-B088-35D0-F24D5F71A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A5E906B-9A7A-47AF-0821-E00F0465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DAA183B-DE82-E8A0-FFB9-92823BD8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02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6C098B-5D90-28B9-4C3B-A799BECDC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1D1D4C-2B20-B900-7137-4DE1A9D61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1D58B31-A1E1-0F0F-CBF6-B20B2B744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E8363AB-52A7-05C2-F077-7C0EB0D4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38D88BF-C82F-DB0F-C903-EFF47010E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0694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4AD2E0-5604-6673-BABB-5C1787DB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5B0EF98-75B4-19DE-A707-4371165F5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66F7D3B-EFB4-75A3-C124-A1E6B8D6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148AB0F-FCD2-FDCE-1B31-848733906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839DD27-E64F-A432-BF02-025A1B60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2023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55027E-05D1-B4B9-0595-789D0D327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B09E8ED-77CC-6579-5E68-61BFBA8D9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C162250-D242-841B-266D-6BE655EF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3F5EF91-6B57-0787-3CF2-573472325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20980DC-8584-1DCA-CA1F-4843A6025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6784EF6-295C-8E8E-18BD-B92B4B9C6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6147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04FE8E-6DEE-A0F1-9BD6-BFB647E35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2EEC380-DF75-978A-06E3-ED005EBC9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4CC876A-6BF0-93CA-C68C-67B7C5E31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C14C67B5-C1DE-D327-6084-53953B879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01C6EF9-A708-AA7F-F91A-CC4714F9D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DB484936-5C26-C973-92C7-6B5DEF35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DC28561-693D-450F-ADA4-EA5F2B341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F8B58602-05EB-39B5-F4B3-EC30F5BF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38087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B995F4-E0D9-A61B-92E6-E4DB0E35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3C7E236-ABD2-63EE-0052-6A5BE19CE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786C3BC-48A6-A86A-B747-AD27DB12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DA0C731-2FC1-63D7-FA31-39EF817B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2308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7C10C04-DD01-4B83-7EAD-985BD739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E1AF41BC-1036-EB7E-431A-EFFA54E72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492B1CE-2EC9-6E5F-0AD5-ECC33D96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8803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6C4B3-B449-9965-4B8B-AA00FC63D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509361C-959A-7A04-2D21-86AA74AF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FB0891B-5818-70DF-309A-CF5B2702E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DB56A71-FA38-802C-80BE-A4094FAA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9B347FC-4BD9-5AB3-9C20-A78A780F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A4A22F8-192D-8F02-9B05-AA64C2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563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DB0FE-DD25-4746-8279-0DB8151A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5F6C7EE-FA35-EA4D-9996-E77832490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AB9F35D4-6CCF-A132-BCB5-BF807C68F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21FC148-23BC-5A94-8428-F0E7E787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2710D17-CF8B-7103-A651-D2B76ADD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9CB6715-ADC9-5382-D538-E56C62548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288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018D89-A4DD-DA99-BF21-C90DE792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36801A6-EEB7-9303-A1A8-0E7E6DE3F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106E81C-6AC5-3566-3272-4417DB26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14FA89C-B3B9-B890-B4A1-0B30351A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B97519D-64B7-410F-5674-C189B64B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08071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2A0CB9FA-80EF-7BC9-46DA-56C24665F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257ACD9-968B-5518-8FC5-BC7527D01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03EFFDC-9DBE-2E54-3460-20E693FD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505C78D-B913-6921-7836-00D8C46AB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2193E90-F934-05EC-2A41-9DFE9D1B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325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094B73D-A17E-F238-EC1A-2A9BD4EE0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FF3AB8C-4B70-80E9-DD34-C4B76598D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F17611A-BD12-C075-3E8E-BCDB3EC22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8ECB0-DA47-47F9-B8B8-77596B8C2D66}" type="datetimeFigureOut">
              <a:rPr lang="da-DK" smtClean="0"/>
              <a:t>12-05-2026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05F8F36-FB7D-AD4F-23E2-6D0CB2392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414FAFA-22E2-B217-AA7B-252FEE31E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282E1-1AC8-4F0B-907D-A8E2F2286A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253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A731DD26-1EFB-5D33-2B31-1C970C6D43AD}"/>
                  </a:ext>
                </a:extLst>
              </p:cNvPr>
              <p:cNvSpPr txBox="1"/>
              <p:nvPr/>
            </p:nvSpPr>
            <p:spPr>
              <a:xfrm>
                <a:off x="640640" y="1731561"/>
                <a:ext cx="12698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 Image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A731DD26-1EFB-5D33-2B31-1C970C6D4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40" y="1731561"/>
                <a:ext cx="1269898" cy="584775"/>
              </a:xfrm>
              <a:prstGeom prst="rect">
                <a:avLst/>
              </a:prstGeom>
              <a:blipFill>
                <a:blip r:embed="rId2"/>
                <a:stretch>
                  <a:fillRect l="-962" t="-3125" r="-1442" b="-62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ktangel 5">
                <a:extLst>
                  <a:ext uri="{FF2B5EF4-FFF2-40B4-BE49-F238E27FC236}">
                    <a16:creationId xmlns:a16="http://schemas.microsoft.com/office/drawing/2014/main" id="{3CDD08D1-800D-7D9E-4C20-CADC75CC528F}"/>
                  </a:ext>
                </a:extLst>
              </p:cNvPr>
              <p:cNvSpPr/>
              <p:nvPr/>
            </p:nvSpPr>
            <p:spPr>
              <a:xfrm>
                <a:off x="2478024" y="1617041"/>
                <a:ext cx="1358000" cy="8138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Construct </a:t>
                </a:r>
                <a14:m>
                  <m:oMath xmlns:m="http://schemas.openxmlformats.org/officeDocument/2006/math">
                    <m:r>
                      <a:rPr lang="en-US" sz="16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600" b="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Blocks</a:t>
                </a:r>
              </a:p>
            </p:txBody>
          </p:sp>
        </mc:Choice>
        <mc:Fallback>
          <p:sp>
            <p:nvSpPr>
              <p:cNvPr id="6" name="Rektangel 5">
                <a:extLst>
                  <a:ext uri="{FF2B5EF4-FFF2-40B4-BE49-F238E27FC236}">
                    <a16:creationId xmlns:a16="http://schemas.microsoft.com/office/drawing/2014/main" id="{3CDD08D1-800D-7D9E-4C20-CADC75CC52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024" y="1617041"/>
                <a:ext cx="1358000" cy="813816"/>
              </a:xfrm>
              <a:prstGeom prst="rect">
                <a:avLst/>
              </a:prstGeom>
              <a:blipFill>
                <a:blip r:embed="rId3"/>
                <a:stretch>
                  <a:fillRect t="-1460" b="-875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ktangel 6">
            <a:extLst>
              <a:ext uri="{FF2B5EF4-FFF2-40B4-BE49-F238E27FC236}">
                <a16:creationId xmlns:a16="http://schemas.microsoft.com/office/drawing/2014/main" id="{44921D83-0554-F039-CA52-B805CAB7331A}"/>
              </a:ext>
            </a:extLst>
          </p:cNvPr>
          <p:cNvSpPr/>
          <p:nvPr/>
        </p:nvSpPr>
        <p:spPr>
          <a:xfrm>
            <a:off x="4373880" y="1617041"/>
            <a:ext cx="1358000" cy="8138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 Transform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0CE4AD52-CC34-483E-6DCC-E0D01EDDF9B1}"/>
              </a:ext>
            </a:extLst>
          </p:cNvPr>
          <p:cNvSpPr/>
          <p:nvPr/>
        </p:nvSpPr>
        <p:spPr>
          <a:xfrm>
            <a:off x="6269736" y="1617041"/>
            <a:ext cx="1358000" cy="8138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Quantizer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5782DC1A-A71D-B238-89E4-8946DF4EC308}"/>
              </a:ext>
            </a:extLst>
          </p:cNvPr>
          <p:cNvSpPr/>
          <p:nvPr/>
        </p:nvSpPr>
        <p:spPr>
          <a:xfrm>
            <a:off x="8165592" y="1617041"/>
            <a:ext cx="1358000" cy="8138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Symbol Encoder</a:t>
            </a:r>
          </a:p>
        </p:txBody>
      </p: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35D7F5D4-DD81-E173-5B12-ED068ADD650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910538" y="2023949"/>
            <a:ext cx="5674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Lige pilforbindelse 14">
            <a:extLst>
              <a:ext uri="{FF2B5EF4-FFF2-40B4-BE49-F238E27FC236}">
                <a16:creationId xmlns:a16="http://schemas.microsoft.com/office/drawing/2014/main" id="{016CFB67-D5B8-68EC-1748-E31105FB4DA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836024" y="2023949"/>
            <a:ext cx="537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08A9C95F-237B-8143-FD0F-82F184EEBE7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731880" y="2023949"/>
            <a:ext cx="537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Lige pilforbindelse 21">
            <a:extLst>
              <a:ext uri="{FF2B5EF4-FFF2-40B4-BE49-F238E27FC236}">
                <a16:creationId xmlns:a16="http://schemas.microsoft.com/office/drawing/2014/main" id="{8D237F84-F7D2-28EA-607D-4C5F8B3CE07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627736" y="2023949"/>
            <a:ext cx="537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A700AE28-1417-60F3-860B-A6D676A8FF24}"/>
              </a:ext>
            </a:extLst>
          </p:cNvPr>
          <p:cNvCxnSpPr>
            <a:cxnSpLocks/>
            <a:stCxn id="9" idx="3"/>
            <a:endCxn id="28" idx="1"/>
          </p:cNvCxnSpPr>
          <p:nvPr/>
        </p:nvCxnSpPr>
        <p:spPr>
          <a:xfrm>
            <a:off x="9523592" y="2023949"/>
            <a:ext cx="599603" cy="7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kstfelt 27">
            <a:extLst>
              <a:ext uri="{FF2B5EF4-FFF2-40B4-BE49-F238E27FC236}">
                <a16:creationId xmlns:a16="http://schemas.microsoft.com/office/drawing/2014/main" id="{5D3658A6-1F69-4E13-DC29-71A518054BDD}"/>
              </a:ext>
            </a:extLst>
          </p:cNvPr>
          <p:cNvSpPr txBox="1"/>
          <p:nvPr/>
        </p:nvSpPr>
        <p:spPr>
          <a:xfrm>
            <a:off x="10123195" y="1739373"/>
            <a:ext cx="1346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Compressed</a:t>
            </a:r>
          </a:p>
          <a:p>
            <a:pPr algn="ctr"/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</a:p>
        </p:txBody>
      </p:sp>
      <p:sp>
        <p:nvSpPr>
          <p:cNvPr id="30" name="Tekstfelt 29">
            <a:extLst>
              <a:ext uri="{FF2B5EF4-FFF2-40B4-BE49-F238E27FC236}">
                <a16:creationId xmlns:a16="http://schemas.microsoft.com/office/drawing/2014/main" id="{ECB9C43C-3B76-5ECB-A01F-03D0F465A77C}"/>
              </a:ext>
            </a:extLst>
          </p:cNvPr>
          <p:cNvSpPr txBox="1"/>
          <p:nvPr/>
        </p:nvSpPr>
        <p:spPr>
          <a:xfrm>
            <a:off x="10123195" y="2947945"/>
            <a:ext cx="1346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Compressed</a:t>
            </a:r>
          </a:p>
          <a:p>
            <a:pPr algn="ctr"/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</a:p>
        </p:txBody>
      </p:sp>
      <p:sp>
        <p:nvSpPr>
          <p:cNvPr id="31" name="Rektangel 30">
            <a:extLst>
              <a:ext uri="{FF2B5EF4-FFF2-40B4-BE49-F238E27FC236}">
                <a16:creationId xmlns:a16="http://schemas.microsoft.com/office/drawing/2014/main" id="{22249582-DF77-F1FA-981A-F3B4D1507577}"/>
              </a:ext>
            </a:extLst>
          </p:cNvPr>
          <p:cNvSpPr/>
          <p:nvPr/>
        </p:nvSpPr>
        <p:spPr>
          <a:xfrm>
            <a:off x="8165592" y="2833425"/>
            <a:ext cx="1358000" cy="8138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Symbol Decoder</a:t>
            </a:r>
          </a:p>
        </p:txBody>
      </p:sp>
      <p:sp>
        <p:nvSpPr>
          <p:cNvPr id="32" name="Rektangel 31">
            <a:extLst>
              <a:ext uri="{FF2B5EF4-FFF2-40B4-BE49-F238E27FC236}">
                <a16:creationId xmlns:a16="http://schemas.microsoft.com/office/drawing/2014/main" id="{64AED539-1E33-304F-211B-F57C60F699C4}"/>
              </a:ext>
            </a:extLst>
          </p:cNvPr>
          <p:cNvSpPr/>
          <p:nvPr/>
        </p:nvSpPr>
        <p:spPr>
          <a:xfrm>
            <a:off x="6269736" y="2833425"/>
            <a:ext cx="1358000" cy="8138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Inverse Quantizer</a:t>
            </a:r>
          </a:p>
        </p:txBody>
      </p:sp>
      <p:sp>
        <p:nvSpPr>
          <p:cNvPr id="33" name="Rektangel 32">
            <a:extLst>
              <a:ext uri="{FF2B5EF4-FFF2-40B4-BE49-F238E27FC236}">
                <a16:creationId xmlns:a16="http://schemas.microsoft.com/office/drawing/2014/main" id="{FA8F5F7E-D1F8-BC98-5106-9492E44D3B75}"/>
              </a:ext>
            </a:extLst>
          </p:cNvPr>
          <p:cNvSpPr/>
          <p:nvPr/>
        </p:nvSpPr>
        <p:spPr>
          <a:xfrm>
            <a:off x="4373880" y="2833425"/>
            <a:ext cx="1358000" cy="8138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Inverse Transform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ktangel 33">
                <a:extLst>
                  <a:ext uri="{FF2B5EF4-FFF2-40B4-BE49-F238E27FC236}">
                    <a16:creationId xmlns:a16="http://schemas.microsoft.com/office/drawing/2014/main" id="{2BE40426-4C97-B997-A4E4-2B2655085A04}"/>
                  </a:ext>
                </a:extLst>
              </p:cNvPr>
              <p:cNvSpPr/>
              <p:nvPr/>
            </p:nvSpPr>
            <p:spPr>
              <a:xfrm>
                <a:off x="2478024" y="2833425"/>
                <a:ext cx="1358000" cy="8138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Merge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1600" b="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Blocks</a:t>
                </a:r>
              </a:p>
            </p:txBody>
          </p:sp>
        </mc:Choice>
        <mc:Fallback>
          <p:sp>
            <p:nvSpPr>
              <p:cNvPr id="34" name="Rektangel 33">
                <a:extLst>
                  <a:ext uri="{FF2B5EF4-FFF2-40B4-BE49-F238E27FC236}">
                    <a16:creationId xmlns:a16="http://schemas.microsoft.com/office/drawing/2014/main" id="{2BE40426-4C97-B997-A4E4-2B2655085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024" y="2833425"/>
                <a:ext cx="1358000" cy="813816"/>
              </a:xfrm>
              <a:prstGeom prst="rect">
                <a:avLst/>
              </a:prstGeom>
              <a:blipFill>
                <a:blip r:embed="rId4"/>
                <a:stretch>
                  <a:fillRect t="-2206" b="-882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Lige pilforbindelse 34">
            <a:extLst>
              <a:ext uri="{FF2B5EF4-FFF2-40B4-BE49-F238E27FC236}">
                <a16:creationId xmlns:a16="http://schemas.microsoft.com/office/drawing/2014/main" id="{3D296533-89E7-C5E1-AEDE-59C519739693}"/>
              </a:ext>
            </a:extLst>
          </p:cNvPr>
          <p:cNvCxnSpPr>
            <a:cxnSpLocks/>
            <a:stCxn id="30" idx="1"/>
            <a:endCxn id="31" idx="3"/>
          </p:cNvCxnSpPr>
          <p:nvPr/>
        </p:nvCxnSpPr>
        <p:spPr>
          <a:xfrm flipH="1">
            <a:off x="9523592" y="3240333"/>
            <a:ext cx="5996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Lige pilforbindelse 37">
            <a:extLst>
              <a:ext uri="{FF2B5EF4-FFF2-40B4-BE49-F238E27FC236}">
                <a16:creationId xmlns:a16="http://schemas.microsoft.com/office/drawing/2014/main" id="{3A9B1E3B-A334-87FA-E209-FB65C3EBA20E}"/>
              </a:ext>
            </a:extLst>
          </p:cNvPr>
          <p:cNvCxnSpPr>
            <a:cxnSpLocks/>
            <a:stCxn id="31" idx="1"/>
            <a:endCxn id="32" idx="3"/>
          </p:cNvCxnSpPr>
          <p:nvPr/>
        </p:nvCxnSpPr>
        <p:spPr>
          <a:xfrm flipH="1">
            <a:off x="7627736" y="3240333"/>
            <a:ext cx="537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Lige pilforbindelse 40">
            <a:extLst>
              <a:ext uri="{FF2B5EF4-FFF2-40B4-BE49-F238E27FC236}">
                <a16:creationId xmlns:a16="http://schemas.microsoft.com/office/drawing/2014/main" id="{0E10D035-B352-44DD-9BA6-6C9747668464}"/>
              </a:ext>
            </a:extLst>
          </p:cNvPr>
          <p:cNvCxnSpPr>
            <a:cxnSpLocks/>
            <a:stCxn id="32" idx="1"/>
            <a:endCxn id="33" idx="3"/>
          </p:cNvCxnSpPr>
          <p:nvPr/>
        </p:nvCxnSpPr>
        <p:spPr>
          <a:xfrm flipH="1">
            <a:off x="5731880" y="3240333"/>
            <a:ext cx="537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Lige pilforbindelse 44">
            <a:extLst>
              <a:ext uri="{FF2B5EF4-FFF2-40B4-BE49-F238E27FC236}">
                <a16:creationId xmlns:a16="http://schemas.microsoft.com/office/drawing/2014/main" id="{996EF53F-78E2-6E77-31E1-06096AF00EBB}"/>
              </a:ext>
            </a:extLst>
          </p:cNvPr>
          <p:cNvCxnSpPr>
            <a:cxnSpLocks/>
            <a:stCxn id="33" idx="1"/>
            <a:endCxn id="34" idx="3"/>
          </p:cNvCxnSpPr>
          <p:nvPr/>
        </p:nvCxnSpPr>
        <p:spPr>
          <a:xfrm flipH="1">
            <a:off x="3836024" y="3240333"/>
            <a:ext cx="537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44985B79-9CD1-AE0E-1BB6-87CBF4549040}"/>
                  </a:ext>
                </a:extLst>
              </p:cNvPr>
              <p:cNvSpPr txBox="1"/>
              <p:nvPr/>
            </p:nvSpPr>
            <p:spPr>
              <a:xfrm>
                <a:off x="84291" y="2868786"/>
                <a:ext cx="219162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Decompressed Image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44985B79-9CD1-AE0E-1BB6-87CBF4549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1" y="2868786"/>
                <a:ext cx="2191626" cy="584775"/>
              </a:xfrm>
              <a:prstGeom prst="rect">
                <a:avLst/>
              </a:prstGeom>
              <a:blipFill>
                <a:blip r:embed="rId5"/>
                <a:stretch>
                  <a:fillRect l="-557" t="-3125" r="-279" b="-62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Lige pilforbindelse 49">
            <a:extLst>
              <a:ext uri="{FF2B5EF4-FFF2-40B4-BE49-F238E27FC236}">
                <a16:creationId xmlns:a16="http://schemas.microsoft.com/office/drawing/2014/main" id="{F005C28A-D388-FF4D-30D8-E66B6F6FA33D}"/>
              </a:ext>
            </a:extLst>
          </p:cNvPr>
          <p:cNvCxnSpPr>
            <a:cxnSpLocks/>
          </p:cNvCxnSpPr>
          <p:nvPr/>
        </p:nvCxnSpPr>
        <p:spPr>
          <a:xfrm flipH="1">
            <a:off x="1940168" y="3240333"/>
            <a:ext cx="537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ktangel 50">
            <a:extLst>
              <a:ext uri="{FF2B5EF4-FFF2-40B4-BE49-F238E27FC236}">
                <a16:creationId xmlns:a16="http://schemas.microsoft.com/office/drawing/2014/main" id="{D1064533-CD90-A467-DF9C-B970DE13A226}"/>
              </a:ext>
            </a:extLst>
          </p:cNvPr>
          <p:cNvSpPr/>
          <p:nvPr/>
        </p:nvSpPr>
        <p:spPr>
          <a:xfrm>
            <a:off x="73153" y="1517903"/>
            <a:ext cx="11458634" cy="102771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ktangel 51">
            <a:extLst>
              <a:ext uri="{FF2B5EF4-FFF2-40B4-BE49-F238E27FC236}">
                <a16:creationId xmlns:a16="http://schemas.microsoft.com/office/drawing/2014/main" id="{6ED76676-E65C-6CF0-9E33-524B0781818C}"/>
              </a:ext>
            </a:extLst>
          </p:cNvPr>
          <p:cNvSpPr/>
          <p:nvPr/>
        </p:nvSpPr>
        <p:spPr>
          <a:xfrm>
            <a:off x="73153" y="2754022"/>
            <a:ext cx="11458634" cy="102771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kstfelt 56">
            <a:extLst>
              <a:ext uri="{FF2B5EF4-FFF2-40B4-BE49-F238E27FC236}">
                <a16:creationId xmlns:a16="http://schemas.microsoft.com/office/drawing/2014/main" id="{3C22CD76-B529-23BC-0B92-B54A7BB91094}"/>
              </a:ext>
            </a:extLst>
          </p:cNvPr>
          <p:cNvSpPr txBox="1"/>
          <p:nvPr/>
        </p:nvSpPr>
        <p:spPr>
          <a:xfrm>
            <a:off x="0" y="1176456"/>
            <a:ext cx="229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Compression Phase</a:t>
            </a:r>
          </a:p>
        </p:txBody>
      </p:sp>
      <p:sp>
        <p:nvSpPr>
          <p:cNvPr id="58" name="Tekstfelt 57">
            <a:extLst>
              <a:ext uri="{FF2B5EF4-FFF2-40B4-BE49-F238E27FC236}">
                <a16:creationId xmlns:a16="http://schemas.microsoft.com/office/drawing/2014/main" id="{5B34CE9E-09F8-79C5-2292-FB8582BDDA57}"/>
              </a:ext>
            </a:extLst>
          </p:cNvPr>
          <p:cNvSpPr txBox="1"/>
          <p:nvPr/>
        </p:nvSpPr>
        <p:spPr>
          <a:xfrm>
            <a:off x="-14133" y="3734455"/>
            <a:ext cx="2499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Reconstruction Phase</a:t>
            </a:r>
          </a:p>
        </p:txBody>
      </p:sp>
      <p:sp>
        <p:nvSpPr>
          <p:cNvPr id="60" name="Tekstfelt 59">
            <a:extLst>
              <a:ext uri="{FF2B5EF4-FFF2-40B4-BE49-F238E27FC236}">
                <a16:creationId xmlns:a16="http://schemas.microsoft.com/office/drawing/2014/main" id="{58F6D6DB-2C18-1886-6FCD-64DFF1FF5E09}"/>
              </a:ext>
            </a:extLst>
          </p:cNvPr>
          <p:cNvSpPr txBox="1"/>
          <p:nvPr/>
        </p:nvSpPr>
        <p:spPr>
          <a:xfrm>
            <a:off x="3001780" y="3282072"/>
            <a:ext cx="6123482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a-DK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da-DK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a-DK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da-DK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a-DK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a-DK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a-DK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63166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143C7655-D3CE-33F8-FE22-891C0AEF1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284" y="2234656"/>
            <a:ext cx="1582631" cy="1582631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7AEEA65D-03FD-0542-5709-A688F3FE8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442" y="2234656"/>
            <a:ext cx="1513539" cy="1582631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8C7D813F-10E4-8763-55B7-37C9CA3E17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442" y="4038971"/>
            <a:ext cx="1513539" cy="1582631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0FAE1754-AD75-D4FB-8B8D-8C47BF431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283" y="4038972"/>
            <a:ext cx="1582631" cy="1582631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F4518D86-26A5-E184-6A08-7CC9564B2E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11" y="2012971"/>
            <a:ext cx="2026002" cy="2026002"/>
          </a:xfrm>
          <a:prstGeom prst="rect">
            <a:avLst/>
          </a:prstGeom>
        </p:spPr>
      </p:pic>
      <p:pic>
        <p:nvPicPr>
          <p:cNvPr id="19" name="Billede 18">
            <a:extLst>
              <a:ext uri="{FF2B5EF4-FFF2-40B4-BE49-F238E27FC236}">
                <a16:creationId xmlns:a16="http://schemas.microsoft.com/office/drawing/2014/main" id="{ADCA5D16-A42A-3B7D-8F01-AA63D51A9B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284" y="430340"/>
            <a:ext cx="1582631" cy="1582631"/>
          </a:xfrm>
          <a:prstGeom prst="rect">
            <a:avLst/>
          </a:prstGeom>
        </p:spPr>
      </p:pic>
      <p:pic>
        <p:nvPicPr>
          <p:cNvPr id="21" name="Billede 20">
            <a:extLst>
              <a:ext uri="{FF2B5EF4-FFF2-40B4-BE49-F238E27FC236}">
                <a16:creationId xmlns:a16="http://schemas.microsoft.com/office/drawing/2014/main" id="{FA275447-E1CD-C403-9D6C-E48084B160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443" y="430340"/>
            <a:ext cx="1513539" cy="1582631"/>
          </a:xfrm>
          <a:prstGeom prst="rect">
            <a:avLst/>
          </a:prstGeom>
        </p:spPr>
      </p:pic>
      <p:sp>
        <p:nvSpPr>
          <p:cNvPr id="22" name="Tekstfelt 21">
            <a:extLst>
              <a:ext uri="{FF2B5EF4-FFF2-40B4-BE49-F238E27FC236}">
                <a16:creationId xmlns:a16="http://schemas.microsoft.com/office/drawing/2014/main" id="{916DAE10-88A2-7306-2C3F-40CDBFA12914}"/>
              </a:ext>
            </a:extLst>
          </p:cNvPr>
          <p:cNvSpPr txBox="1"/>
          <p:nvPr/>
        </p:nvSpPr>
        <p:spPr>
          <a:xfrm>
            <a:off x="3636118" y="281807"/>
            <a:ext cx="896399" cy="252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Red (R)</a:t>
            </a:r>
          </a:p>
        </p:txBody>
      </p:sp>
      <p:sp>
        <p:nvSpPr>
          <p:cNvPr id="24" name="Tekstfelt 23">
            <a:extLst>
              <a:ext uri="{FF2B5EF4-FFF2-40B4-BE49-F238E27FC236}">
                <a16:creationId xmlns:a16="http://schemas.microsoft.com/office/drawing/2014/main" id="{58825904-A2BF-6C9C-DB7E-7D69ACB2394C}"/>
              </a:ext>
            </a:extLst>
          </p:cNvPr>
          <p:cNvSpPr txBox="1"/>
          <p:nvPr/>
        </p:nvSpPr>
        <p:spPr>
          <a:xfrm>
            <a:off x="3636118" y="2062936"/>
            <a:ext cx="89639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Blue (B)</a:t>
            </a:r>
          </a:p>
        </p:txBody>
      </p:sp>
      <p:sp>
        <p:nvSpPr>
          <p:cNvPr id="25" name="Tekstfelt 24">
            <a:extLst>
              <a:ext uri="{FF2B5EF4-FFF2-40B4-BE49-F238E27FC236}">
                <a16:creationId xmlns:a16="http://schemas.microsoft.com/office/drawing/2014/main" id="{FF58936B-0B0A-2668-47F8-57819F0116B4}"/>
              </a:ext>
            </a:extLst>
          </p:cNvPr>
          <p:cNvSpPr txBox="1"/>
          <p:nvPr/>
        </p:nvSpPr>
        <p:spPr>
          <a:xfrm>
            <a:off x="3636117" y="3877939"/>
            <a:ext cx="89639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Green (G)</a:t>
            </a:r>
          </a:p>
        </p:txBody>
      </p:sp>
      <p:sp>
        <p:nvSpPr>
          <p:cNvPr id="26" name="Tekstfelt 25">
            <a:extLst>
              <a:ext uri="{FF2B5EF4-FFF2-40B4-BE49-F238E27FC236}">
                <a16:creationId xmlns:a16="http://schemas.microsoft.com/office/drawing/2014/main" id="{37FD1AFC-E14D-2179-5264-B6549D287BB3}"/>
              </a:ext>
            </a:extLst>
          </p:cNvPr>
          <p:cNvSpPr txBox="1"/>
          <p:nvPr/>
        </p:nvSpPr>
        <p:spPr>
          <a:xfrm>
            <a:off x="851512" y="1724395"/>
            <a:ext cx="89639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RGB</a:t>
            </a: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5B4187B8-C5BD-1AC8-4A3B-CED88C54ABA8}"/>
              </a:ext>
            </a:extLst>
          </p:cNvPr>
          <p:cNvSpPr/>
          <p:nvPr/>
        </p:nvSpPr>
        <p:spPr>
          <a:xfrm>
            <a:off x="5102352" y="2757202"/>
            <a:ext cx="1082678" cy="5375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</a:rPr>
              <a:t>Conversion</a:t>
            </a:r>
          </a:p>
        </p:txBody>
      </p:sp>
      <p:sp>
        <p:nvSpPr>
          <p:cNvPr id="28" name="Tekstfelt 27">
            <a:extLst>
              <a:ext uri="{FF2B5EF4-FFF2-40B4-BE49-F238E27FC236}">
                <a16:creationId xmlns:a16="http://schemas.microsoft.com/office/drawing/2014/main" id="{7AC3D37D-09DC-130B-1835-D7A172C6AB1B}"/>
              </a:ext>
            </a:extLst>
          </p:cNvPr>
          <p:cNvSpPr txBox="1"/>
          <p:nvPr/>
        </p:nvSpPr>
        <p:spPr>
          <a:xfrm>
            <a:off x="6479441" y="257830"/>
            <a:ext cx="151353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Luminance (Y)</a:t>
            </a:r>
          </a:p>
        </p:txBody>
      </p:sp>
      <p:sp>
        <p:nvSpPr>
          <p:cNvPr id="29" name="Tekstfelt 28">
            <a:extLst>
              <a:ext uri="{FF2B5EF4-FFF2-40B4-BE49-F238E27FC236}">
                <a16:creationId xmlns:a16="http://schemas.microsoft.com/office/drawing/2014/main" id="{15E0B635-C3D7-B0B5-E2A2-BB5F06764BB2}"/>
              </a:ext>
            </a:extLst>
          </p:cNvPr>
          <p:cNvSpPr txBox="1"/>
          <p:nvPr/>
        </p:nvSpPr>
        <p:spPr>
          <a:xfrm>
            <a:off x="6479441" y="2062936"/>
            <a:ext cx="151353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Chrominance (Cb)</a:t>
            </a:r>
          </a:p>
        </p:txBody>
      </p:sp>
      <p:sp>
        <p:nvSpPr>
          <p:cNvPr id="30" name="Tekstfelt 29">
            <a:extLst>
              <a:ext uri="{FF2B5EF4-FFF2-40B4-BE49-F238E27FC236}">
                <a16:creationId xmlns:a16="http://schemas.microsoft.com/office/drawing/2014/main" id="{AF965A23-9930-EE25-9BDF-A8C4C25E6D24}"/>
              </a:ext>
            </a:extLst>
          </p:cNvPr>
          <p:cNvSpPr txBox="1"/>
          <p:nvPr/>
        </p:nvSpPr>
        <p:spPr>
          <a:xfrm>
            <a:off x="6479440" y="3877939"/>
            <a:ext cx="151353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Chrominance (Cr)</a:t>
            </a:r>
          </a:p>
        </p:txBody>
      </p:sp>
      <p:cxnSp>
        <p:nvCxnSpPr>
          <p:cNvPr id="32" name="Lige pilforbindelse 31">
            <a:extLst>
              <a:ext uri="{FF2B5EF4-FFF2-40B4-BE49-F238E27FC236}">
                <a16:creationId xmlns:a16="http://schemas.microsoft.com/office/drawing/2014/main" id="{583293FB-AD90-EE91-3E4C-DA527D2F5FBE}"/>
              </a:ext>
            </a:extLst>
          </p:cNvPr>
          <p:cNvCxnSpPr>
            <a:stCxn id="15" idx="3"/>
            <a:endCxn id="5" idx="1"/>
          </p:cNvCxnSpPr>
          <p:nvPr/>
        </p:nvCxnSpPr>
        <p:spPr>
          <a:xfrm>
            <a:off x="2312713" y="3025972"/>
            <a:ext cx="9345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Forbindelse: vinklet 33">
            <a:extLst>
              <a:ext uri="{FF2B5EF4-FFF2-40B4-BE49-F238E27FC236}">
                <a16:creationId xmlns:a16="http://schemas.microsoft.com/office/drawing/2014/main" id="{E7C51C2F-3600-DE4F-841E-5D99AD0AB288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 flipV="1">
            <a:off x="2312713" y="1221656"/>
            <a:ext cx="934571" cy="18043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Forbindelse: vinklet 35">
            <a:extLst>
              <a:ext uri="{FF2B5EF4-FFF2-40B4-BE49-F238E27FC236}">
                <a16:creationId xmlns:a16="http://schemas.microsoft.com/office/drawing/2014/main" id="{83803170-CCB7-2445-E0FD-AEBBFCAF7A0B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>
            <a:off x="2312713" y="3025972"/>
            <a:ext cx="934570" cy="18043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Forbindelse: vinklet 37">
            <a:extLst>
              <a:ext uri="{FF2B5EF4-FFF2-40B4-BE49-F238E27FC236}">
                <a16:creationId xmlns:a16="http://schemas.microsoft.com/office/drawing/2014/main" id="{35A49F23-89EE-FA35-2684-3CA0579AF5AF}"/>
              </a:ext>
            </a:extLst>
          </p:cNvPr>
          <p:cNvCxnSpPr>
            <a:stCxn id="19" idx="3"/>
            <a:endCxn id="27" idx="1"/>
          </p:cNvCxnSpPr>
          <p:nvPr/>
        </p:nvCxnSpPr>
        <p:spPr>
          <a:xfrm>
            <a:off x="4829915" y="1221656"/>
            <a:ext cx="272437" cy="18043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Forbindelse: vinklet 39">
            <a:extLst>
              <a:ext uri="{FF2B5EF4-FFF2-40B4-BE49-F238E27FC236}">
                <a16:creationId xmlns:a16="http://schemas.microsoft.com/office/drawing/2014/main" id="{E4BC22EB-2AD0-CD25-6362-E15C2CB55003}"/>
              </a:ext>
            </a:extLst>
          </p:cNvPr>
          <p:cNvCxnSpPr>
            <a:stCxn id="13" idx="3"/>
            <a:endCxn id="27" idx="1"/>
          </p:cNvCxnSpPr>
          <p:nvPr/>
        </p:nvCxnSpPr>
        <p:spPr>
          <a:xfrm flipV="1">
            <a:off x="4829914" y="3025971"/>
            <a:ext cx="272438" cy="180431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Lige pilforbindelse 41">
            <a:extLst>
              <a:ext uri="{FF2B5EF4-FFF2-40B4-BE49-F238E27FC236}">
                <a16:creationId xmlns:a16="http://schemas.microsoft.com/office/drawing/2014/main" id="{BC07639C-DE6D-6F50-ECEB-96216438C74B}"/>
              </a:ext>
            </a:extLst>
          </p:cNvPr>
          <p:cNvCxnSpPr>
            <a:stCxn id="5" idx="3"/>
            <a:endCxn id="27" idx="1"/>
          </p:cNvCxnSpPr>
          <p:nvPr/>
        </p:nvCxnSpPr>
        <p:spPr>
          <a:xfrm flipV="1">
            <a:off x="4829915" y="3025971"/>
            <a:ext cx="2724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Lige pilforbindelse 43">
            <a:extLst>
              <a:ext uri="{FF2B5EF4-FFF2-40B4-BE49-F238E27FC236}">
                <a16:creationId xmlns:a16="http://schemas.microsoft.com/office/drawing/2014/main" id="{A939D542-D006-6B81-5C79-AE65FE1CBD52}"/>
              </a:ext>
            </a:extLst>
          </p:cNvPr>
          <p:cNvCxnSpPr>
            <a:stCxn id="27" idx="3"/>
            <a:endCxn id="7" idx="1"/>
          </p:cNvCxnSpPr>
          <p:nvPr/>
        </p:nvCxnSpPr>
        <p:spPr>
          <a:xfrm>
            <a:off x="6185030" y="3025971"/>
            <a:ext cx="29441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Forbindelse: vinklet 45">
            <a:extLst>
              <a:ext uri="{FF2B5EF4-FFF2-40B4-BE49-F238E27FC236}">
                <a16:creationId xmlns:a16="http://schemas.microsoft.com/office/drawing/2014/main" id="{F0F47A5A-6381-B8AB-956D-2237D2E33D12}"/>
              </a:ext>
            </a:extLst>
          </p:cNvPr>
          <p:cNvCxnSpPr>
            <a:stCxn id="27" idx="3"/>
            <a:endCxn id="21" idx="1"/>
          </p:cNvCxnSpPr>
          <p:nvPr/>
        </p:nvCxnSpPr>
        <p:spPr>
          <a:xfrm flipV="1">
            <a:off x="6185030" y="1221656"/>
            <a:ext cx="294413" cy="18043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Forbindelse: vinklet 47">
            <a:extLst>
              <a:ext uri="{FF2B5EF4-FFF2-40B4-BE49-F238E27FC236}">
                <a16:creationId xmlns:a16="http://schemas.microsoft.com/office/drawing/2014/main" id="{2EAB16DE-3913-0BD2-B126-C56DBBBAC206}"/>
              </a:ext>
            </a:extLst>
          </p:cNvPr>
          <p:cNvCxnSpPr>
            <a:stCxn id="27" idx="3"/>
            <a:endCxn id="11" idx="1"/>
          </p:cNvCxnSpPr>
          <p:nvPr/>
        </p:nvCxnSpPr>
        <p:spPr>
          <a:xfrm>
            <a:off x="6185030" y="3025971"/>
            <a:ext cx="294412" cy="18043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42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79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Consolas</vt:lpstr>
      <vt:lpstr>Office-tema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Mattias Benjamin Houen</dc:creator>
  <cp:lastModifiedBy>Mattias Benjamin Houen</cp:lastModifiedBy>
  <cp:revision>1</cp:revision>
  <dcterms:created xsi:type="dcterms:W3CDTF">2026-05-12T22:50:33Z</dcterms:created>
  <dcterms:modified xsi:type="dcterms:W3CDTF">2026-05-12T23:33:01Z</dcterms:modified>
</cp:coreProperties>
</file>